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67" r:id="rId8"/>
    <p:sldId id="271" r:id="rId9"/>
    <p:sldId id="274" r:id="rId10"/>
    <p:sldId id="269" r:id="rId11"/>
    <p:sldId id="275" r:id="rId12"/>
    <p:sldId id="276" r:id="rId13"/>
    <p:sldId id="260" r:id="rId14"/>
    <p:sldId id="263" r:id="rId15"/>
    <p:sldId id="264" r:id="rId16"/>
    <p:sldId id="262" r:id="rId17"/>
    <p:sldId id="265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B27FC-D8FF-4853-A2CD-BD7F0C60DA31}" v="5" dt="2026-08-27T15:12:54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ke Bergen" userId="34d6753244d59a95" providerId="LiveId" clId="{CA5F72F2-797A-4277-99D1-EC0A0D5AF1A9}"/>
    <pc:docChg chg="undo custSel addSld delSld modSld sldOrd modMainMaster">
      <pc:chgData name="Eike Bergen" userId="34d6753244d59a95" providerId="LiveId" clId="{CA5F72F2-797A-4277-99D1-EC0A0D5AF1A9}" dt="2026-08-27T15:14:46.620" v="3388" actId="14100"/>
      <pc:docMkLst>
        <pc:docMk/>
      </pc:docMkLst>
      <pc:sldChg chg="modSp mod">
        <pc:chgData name="Eike Bergen" userId="34d6753244d59a95" providerId="LiveId" clId="{CA5F72F2-797A-4277-99D1-EC0A0D5AF1A9}" dt="2026-08-13T09:09:56.403" v="1497" actId="20577"/>
        <pc:sldMkLst>
          <pc:docMk/>
          <pc:sldMk cId="1190633288" sldId="257"/>
        </pc:sldMkLst>
        <pc:spChg chg="mod">
          <ac:chgData name="Eike Bergen" userId="34d6753244d59a95" providerId="LiveId" clId="{CA5F72F2-797A-4277-99D1-EC0A0D5AF1A9}" dt="2026-08-13T09:09:56.403" v="1497" actId="20577"/>
          <ac:spMkLst>
            <pc:docMk/>
            <pc:sldMk cId="1190633288" sldId="257"/>
            <ac:spMk id="3" creationId="{06679FC3-7846-A093-2CD0-D52EEC2335BA}"/>
          </ac:spMkLst>
        </pc:spChg>
      </pc:sldChg>
      <pc:sldChg chg="addSp modSp mod">
        <pc:chgData name="Eike Bergen" userId="34d6753244d59a95" providerId="LiveId" clId="{CA5F72F2-797A-4277-99D1-EC0A0D5AF1A9}" dt="2026-08-12T09:08:34.119" v="131" actId="1076"/>
        <pc:sldMkLst>
          <pc:docMk/>
          <pc:sldMk cId="4030606367" sldId="259"/>
        </pc:sldMkLst>
        <pc:spChg chg="add mod">
          <ac:chgData name="Eike Bergen" userId="34d6753244d59a95" providerId="LiveId" clId="{CA5F72F2-797A-4277-99D1-EC0A0D5AF1A9}" dt="2026-08-12T09:08:34.119" v="131" actId="1076"/>
          <ac:spMkLst>
            <pc:docMk/>
            <pc:sldMk cId="4030606367" sldId="259"/>
            <ac:spMk id="2" creationId="{0235E926-2175-F712-CA12-70A92A48A472}"/>
          </ac:spMkLst>
        </pc:spChg>
        <pc:spChg chg="mod">
          <ac:chgData name="Eike Bergen" userId="34d6753244d59a95" providerId="LiveId" clId="{CA5F72F2-797A-4277-99D1-EC0A0D5AF1A9}" dt="2026-08-12T09:07:24.507" v="40" actId="20577"/>
          <ac:spMkLst>
            <pc:docMk/>
            <pc:sldMk cId="4030606367" sldId="259"/>
            <ac:spMk id="8" creationId="{797228E5-AF59-B64D-0D0B-91DB8E9ACF52}"/>
          </ac:spMkLst>
        </pc:spChg>
        <pc:spChg chg="mod">
          <ac:chgData name="Eike Bergen" userId="34d6753244d59a95" providerId="LiveId" clId="{CA5F72F2-797A-4277-99D1-EC0A0D5AF1A9}" dt="2026-08-12T09:07:42.677" v="86" actId="20577"/>
          <ac:spMkLst>
            <pc:docMk/>
            <pc:sldMk cId="4030606367" sldId="259"/>
            <ac:spMk id="12" creationId="{9F4CB3E5-AF61-61B4-DB9C-CB00E3AB8564}"/>
          </ac:spMkLst>
        </pc:spChg>
      </pc:sldChg>
      <pc:sldChg chg="delSp mod">
        <pc:chgData name="Eike Bergen" userId="34d6753244d59a95" providerId="LiveId" clId="{CA5F72F2-797A-4277-99D1-EC0A0D5AF1A9}" dt="2026-08-12T12:24:57.909" v="289" actId="478"/>
        <pc:sldMkLst>
          <pc:docMk/>
          <pc:sldMk cId="2350023243" sldId="260"/>
        </pc:sldMkLst>
      </pc:sldChg>
      <pc:sldChg chg="delSp mod">
        <pc:chgData name="Eike Bergen" userId="34d6753244d59a95" providerId="LiveId" clId="{CA5F72F2-797A-4277-99D1-EC0A0D5AF1A9}" dt="2026-08-12T12:25:04.764" v="292" actId="478"/>
        <pc:sldMkLst>
          <pc:docMk/>
          <pc:sldMk cId="2495751301" sldId="262"/>
        </pc:sldMkLst>
      </pc:sldChg>
      <pc:sldChg chg="addSp delSp modSp mod">
        <pc:chgData name="Eike Bergen" userId="34d6753244d59a95" providerId="LiveId" clId="{CA5F72F2-797A-4277-99D1-EC0A0D5AF1A9}" dt="2026-08-27T13:42:41.065" v="3185" actId="478"/>
        <pc:sldMkLst>
          <pc:docMk/>
          <pc:sldMk cId="639737774" sldId="263"/>
        </pc:sldMkLst>
        <pc:spChg chg="mod">
          <ac:chgData name="Eike Bergen" userId="34d6753244d59a95" providerId="LiveId" clId="{CA5F72F2-797A-4277-99D1-EC0A0D5AF1A9}" dt="2026-08-27T12:27:48.845" v="3178" actId="255"/>
          <ac:spMkLst>
            <pc:docMk/>
            <pc:sldMk cId="639737774" sldId="263"/>
            <ac:spMk id="3" creationId="{8079D132-64C8-5209-EBC1-BC46DEC5C26B}"/>
          </ac:spMkLst>
        </pc:spChg>
        <pc:picChg chg="add mod modCrop">
          <ac:chgData name="Eike Bergen" userId="34d6753244d59a95" providerId="LiveId" clId="{CA5F72F2-797A-4277-99D1-EC0A0D5AF1A9}" dt="2026-08-27T12:29:27.310" v="3180" actId="732"/>
          <ac:picMkLst>
            <pc:docMk/>
            <pc:sldMk cId="639737774" sldId="263"/>
            <ac:picMk id="4" creationId="{B7D8F575-1824-D363-F24D-1D92FBFBD624}"/>
          </ac:picMkLst>
        </pc:picChg>
        <pc:picChg chg="add del mod">
          <ac:chgData name="Eike Bergen" userId="34d6753244d59a95" providerId="LiveId" clId="{CA5F72F2-797A-4277-99D1-EC0A0D5AF1A9}" dt="2026-08-27T13:42:41.065" v="3185" actId="478"/>
          <ac:picMkLst>
            <pc:docMk/>
            <pc:sldMk cId="639737774" sldId="263"/>
            <ac:picMk id="6" creationId="{62C27678-A20B-0CD7-C5EC-6F737FC51F94}"/>
          </ac:picMkLst>
        </pc:picChg>
      </pc:sldChg>
      <pc:sldChg chg="delSp mod">
        <pc:chgData name="Eike Bergen" userId="34d6753244d59a95" providerId="LiveId" clId="{CA5F72F2-797A-4277-99D1-EC0A0D5AF1A9}" dt="2026-08-12T12:25:03.474" v="291" actId="478"/>
        <pc:sldMkLst>
          <pc:docMk/>
          <pc:sldMk cId="644172504" sldId="264"/>
        </pc:sldMkLst>
      </pc:sldChg>
      <pc:sldChg chg="delSp mod">
        <pc:chgData name="Eike Bergen" userId="34d6753244d59a95" providerId="LiveId" clId="{CA5F72F2-797A-4277-99D1-EC0A0D5AF1A9}" dt="2026-08-12T12:25:10.117" v="293" actId="478"/>
        <pc:sldMkLst>
          <pc:docMk/>
          <pc:sldMk cId="2192745407" sldId="265"/>
        </pc:sldMkLst>
      </pc:sldChg>
      <pc:sldChg chg="modSp mod">
        <pc:chgData name="Eike Bergen" userId="34d6753244d59a95" providerId="LiveId" clId="{CA5F72F2-797A-4277-99D1-EC0A0D5AF1A9}" dt="2026-08-12T09:09:59.934" v="155" actId="14100"/>
        <pc:sldMkLst>
          <pc:docMk/>
          <pc:sldMk cId="2000672445" sldId="266"/>
        </pc:sldMkLst>
        <pc:spChg chg="mod">
          <ac:chgData name="Eike Bergen" userId="34d6753244d59a95" providerId="LiveId" clId="{CA5F72F2-797A-4277-99D1-EC0A0D5AF1A9}" dt="2026-08-12T09:09:12.589" v="151" actId="1076"/>
          <ac:spMkLst>
            <pc:docMk/>
            <pc:sldMk cId="2000672445" sldId="266"/>
            <ac:spMk id="6" creationId="{D2A4DE08-20B2-CA3B-B51C-3FC96AB694C0}"/>
          </ac:spMkLst>
        </pc:spChg>
        <pc:spChg chg="mod">
          <ac:chgData name="Eike Bergen" userId="34d6753244d59a95" providerId="LiveId" clId="{CA5F72F2-797A-4277-99D1-EC0A0D5AF1A9}" dt="2026-08-12T09:08:46.977" v="132" actId="1076"/>
          <ac:spMkLst>
            <pc:docMk/>
            <pc:sldMk cId="2000672445" sldId="266"/>
            <ac:spMk id="21" creationId="{EE50BE0F-2BF4-B9CD-FBEB-EB257D6DFE8C}"/>
          </ac:spMkLst>
        </pc:spChg>
        <pc:spChg chg="mod">
          <ac:chgData name="Eike Bergen" userId="34d6753244d59a95" providerId="LiveId" clId="{CA5F72F2-797A-4277-99D1-EC0A0D5AF1A9}" dt="2026-08-12T09:09:53.713" v="154" actId="20577"/>
          <ac:spMkLst>
            <pc:docMk/>
            <pc:sldMk cId="2000672445" sldId="266"/>
            <ac:spMk id="30" creationId="{3E7C82B2-E432-FA17-A9F9-47909D09548B}"/>
          </ac:spMkLst>
        </pc:s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13" creationId="{1A03192A-82CC-05B0-D67C-FCC3C1F5C3BF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14" creationId="{68E70CAF-BF95-AFBB-F3D9-2F0F51AE7578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2" creationId="{CD096A2B-F924-9ED9-C705-7F494384881B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5" creationId="{A5B90B8A-B646-6CE1-E63E-2E3D17745A3C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28" creationId="{F16EBE8F-E812-A9D4-D83E-AF17F2C72EC1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32" creationId="{C6709645-8859-CAE5-1FED-4F042C111281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37" creationId="{AB989011-C65A-54A4-6856-53B58E0B8F3A}"/>
          </ac:grpSpMkLst>
        </pc:grpChg>
        <pc:grpChg chg="mod">
          <ac:chgData name="Eike Bergen" userId="34d6753244d59a95" providerId="LiveId" clId="{CA5F72F2-797A-4277-99D1-EC0A0D5AF1A9}" dt="2026-08-12T09:08:46.977" v="132" actId="1076"/>
          <ac:grpSpMkLst>
            <pc:docMk/>
            <pc:sldMk cId="2000672445" sldId="266"/>
            <ac:grpSpMk id="42" creationId="{A9CE8140-3E51-E3B3-0C6D-93E40AB6F95E}"/>
          </ac:grpSpMkLst>
        </pc:grpChg>
        <pc:picChg chg="mod">
          <ac:chgData name="Eike Bergen" userId="34d6753244d59a95" providerId="LiveId" clId="{CA5F72F2-797A-4277-99D1-EC0A0D5AF1A9}" dt="2026-08-12T09:08:46.977" v="132" actId="1076"/>
          <ac:picMkLst>
            <pc:docMk/>
            <pc:sldMk cId="2000672445" sldId="266"/>
            <ac:picMk id="5" creationId="{CA8A903D-FB82-34B4-90AC-59FB0CD284EA}"/>
          </ac:picMkLst>
        </pc:picChg>
        <pc:cxnChg chg="mod">
          <ac:chgData name="Eike Bergen" userId="34d6753244d59a95" providerId="LiveId" clId="{CA5F72F2-797A-4277-99D1-EC0A0D5AF1A9}" dt="2026-08-12T09:09:59.934" v="155" actId="14100"/>
          <ac:cxnSpMkLst>
            <pc:docMk/>
            <pc:sldMk cId="2000672445" sldId="266"/>
            <ac:cxnSpMk id="38" creationId="{8CD96D1F-6E82-3F37-5398-84FFEA8101EC}"/>
          </ac:cxnSpMkLst>
        </pc:cxnChg>
      </pc:sldChg>
      <pc:sldChg chg="addSp delSp modSp mod ord">
        <pc:chgData name="Eike Bergen" userId="34d6753244d59a95" providerId="LiveId" clId="{CA5F72F2-797A-4277-99D1-EC0A0D5AF1A9}" dt="2026-08-27T15:12:23.315" v="3324" actId="1076"/>
        <pc:sldMkLst>
          <pc:docMk/>
          <pc:sldMk cId="284897638" sldId="267"/>
        </pc:sldMkLst>
        <pc:spChg chg="add mod">
          <ac:chgData name="Eike Bergen" userId="34d6753244d59a95" providerId="LiveId" clId="{CA5F72F2-797A-4277-99D1-EC0A0D5AF1A9}" dt="2026-08-27T15:12:23.315" v="3324" actId="1076"/>
          <ac:spMkLst>
            <pc:docMk/>
            <pc:sldMk cId="284897638" sldId="267"/>
            <ac:spMk id="4" creationId="{430DA3FF-48B0-3EFD-9EAF-6C2A5484D3C9}"/>
          </ac:spMkLst>
        </pc:spChg>
        <pc:spChg chg="add mod">
          <ac:chgData name="Eike Bergen" userId="34d6753244d59a95" providerId="LiveId" clId="{CA5F72F2-797A-4277-99D1-EC0A0D5AF1A9}" dt="2026-08-12T12:25:21.686" v="304" actId="1036"/>
          <ac:spMkLst>
            <pc:docMk/>
            <pc:sldMk cId="284897638" sldId="267"/>
            <ac:spMk id="22" creationId="{BC2C03A6-575D-0885-B9AF-A7275BAEF8F3}"/>
          </ac:spMkLst>
        </pc:spChg>
        <pc:spChg chg="add mod">
          <ac:chgData name="Eike Bergen" userId="34d6753244d59a95" providerId="LiveId" clId="{CA5F72F2-797A-4277-99D1-EC0A0D5AF1A9}" dt="2026-08-12T12:25:21.686" v="304" actId="1036"/>
          <ac:spMkLst>
            <pc:docMk/>
            <pc:sldMk cId="284897638" sldId="267"/>
            <ac:spMk id="25" creationId="{91256032-FB9E-8B86-FDFB-843515EF2D05}"/>
          </ac:spMkLst>
        </pc:spChg>
        <pc:spChg chg="add mod">
          <ac:chgData name="Eike Bergen" userId="34d6753244d59a95" providerId="LiveId" clId="{CA5F72F2-797A-4277-99D1-EC0A0D5AF1A9}" dt="2026-08-12T12:25:21.686" v="304" actId="1036"/>
          <ac:spMkLst>
            <pc:docMk/>
            <pc:sldMk cId="284897638" sldId="267"/>
            <ac:spMk id="28" creationId="{4EB766A6-1C35-5FAE-B500-A9BAFA20C325}"/>
          </ac:spMkLst>
        </pc:spChg>
        <pc:spChg chg="add mod">
          <ac:chgData name="Eike Bergen" userId="34d6753244d59a95" providerId="LiveId" clId="{CA5F72F2-797A-4277-99D1-EC0A0D5AF1A9}" dt="2026-08-12T12:25:33.045" v="325" actId="20577"/>
          <ac:spMkLst>
            <pc:docMk/>
            <pc:sldMk cId="284897638" sldId="267"/>
            <ac:spMk id="31" creationId="{AEB4A2AA-36E9-3226-C4F5-DB5B8CE9E0F4}"/>
          </ac:spMkLst>
        </pc:spChg>
        <pc:picChg chg="add mod modCrop">
          <ac:chgData name="Eike Bergen" userId="34d6753244d59a95" providerId="LiveId" clId="{CA5F72F2-797A-4277-99D1-EC0A0D5AF1A9}" dt="2026-08-12T12:25:21.686" v="304" actId="1036"/>
          <ac:picMkLst>
            <pc:docMk/>
            <pc:sldMk cId="284897638" sldId="267"/>
            <ac:picMk id="3" creationId="{E067FC7B-B213-628F-A62C-07D52FE3FB12}"/>
          </ac:picMkLst>
        </pc:picChg>
        <pc:picChg chg="add mod">
          <ac:chgData name="Eike Bergen" userId="34d6753244d59a95" providerId="LiveId" clId="{CA5F72F2-797A-4277-99D1-EC0A0D5AF1A9}" dt="2026-08-12T12:25:21.686" v="304" actId="1036"/>
          <ac:picMkLst>
            <pc:docMk/>
            <pc:sldMk cId="284897638" sldId="267"/>
            <ac:picMk id="6" creationId="{EADCDB57-BB0C-4DD8-D01D-EF98A0E8CB6D}"/>
          </ac:picMkLst>
        </pc:picChg>
        <pc:cxnChg chg="add mod">
          <ac:chgData name="Eike Bergen" userId="34d6753244d59a95" providerId="LiveId" clId="{CA5F72F2-797A-4277-99D1-EC0A0D5AF1A9}" dt="2026-08-12T12:25:21.686" v="304" actId="1036"/>
          <ac:cxnSpMkLst>
            <pc:docMk/>
            <pc:sldMk cId="284897638" sldId="267"/>
            <ac:cxnSpMk id="7" creationId="{D53B8E5E-5A49-37F8-90E8-A66C67920ED1}"/>
          </ac:cxnSpMkLst>
        </pc:cxnChg>
        <pc:cxnChg chg="add mod">
          <ac:chgData name="Eike Bergen" userId="34d6753244d59a95" providerId="LiveId" clId="{CA5F72F2-797A-4277-99D1-EC0A0D5AF1A9}" dt="2026-08-12T12:25:21.686" v="304" actId="1036"/>
          <ac:cxnSpMkLst>
            <pc:docMk/>
            <pc:sldMk cId="284897638" sldId="267"/>
            <ac:cxnSpMk id="10" creationId="{DCB8E1E3-B796-98EB-77BD-6959B1AAB29D}"/>
          </ac:cxnSpMkLst>
        </pc:cxnChg>
        <pc:cxnChg chg="add mod">
          <ac:chgData name="Eike Bergen" userId="34d6753244d59a95" providerId="LiveId" clId="{CA5F72F2-797A-4277-99D1-EC0A0D5AF1A9}" dt="2026-08-12T12:25:21.686" v="304" actId="1036"/>
          <ac:cxnSpMkLst>
            <pc:docMk/>
            <pc:sldMk cId="284897638" sldId="267"/>
            <ac:cxnSpMk id="14" creationId="{DD0C0141-D86A-F8C5-7DFE-34D4028C9D74}"/>
          </ac:cxnSpMkLst>
        </pc:cxnChg>
        <pc:cxnChg chg="add mod">
          <ac:chgData name="Eike Bergen" userId="34d6753244d59a95" providerId="LiveId" clId="{CA5F72F2-797A-4277-99D1-EC0A0D5AF1A9}" dt="2026-08-12T12:25:21.686" v="304" actId="1036"/>
          <ac:cxnSpMkLst>
            <pc:docMk/>
            <pc:sldMk cId="284897638" sldId="267"/>
            <ac:cxnSpMk id="16" creationId="{E451FD46-0122-3C36-2A18-7D1C736066E8}"/>
          </ac:cxnSpMkLst>
        </pc:cxnChg>
        <pc:cxnChg chg="add mod">
          <ac:chgData name="Eike Bergen" userId="34d6753244d59a95" providerId="LiveId" clId="{CA5F72F2-797A-4277-99D1-EC0A0D5AF1A9}" dt="2026-08-12T12:22:47.689" v="242" actId="14100"/>
          <ac:cxnSpMkLst>
            <pc:docMk/>
            <pc:sldMk cId="284897638" sldId="267"/>
            <ac:cxnSpMk id="19" creationId="{1EB71193-0803-7CE0-E326-45744A1697EA}"/>
          </ac:cxnSpMkLst>
        </pc:cxnChg>
      </pc:sldChg>
      <pc:sldChg chg="delSp modSp mod">
        <pc:chgData name="Eike Bergen" userId="34d6753244d59a95" providerId="LiveId" clId="{CA5F72F2-797A-4277-99D1-EC0A0D5AF1A9}" dt="2026-08-25T08:27:25.493" v="1508" actId="1076"/>
        <pc:sldMkLst>
          <pc:docMk/>
          <pc:sldMk cId="4239604439" sldId="268"/>
        </pc:sldMkLst>
        <pc:spChg chg="mod">
          <ac:chgData name="Eike Bergen" userId="34d6753244d59a95" providerId="LiveId" clId="{CA5F72F2-797A-4277-99D1-EC0A0D5AF1A9}" dt="2026-08-12T09:10:50.313" v="196" actId="1076"/>
          <ac:spMkLst>
            <pc:docMk/>
            <pc:sldMk cId="4239604439" sldId="268"/>
            <ac:spMk id="9" creationId="{BDAD4982-3478-658B-C3A9-A0662CC01D18}"/>
          </ac:spMkLst>
        </pc:spChg>
        <pc:spChg chg="mod">
          <ac:chgData name="Eike Bergen" userId="34d6753244d59a95" providerId="LiveId" clId="{CA5F72F2-797A-4277-99D1-EC0A0D5AF1A9}" dt="2026-08-25T08:27:25.493" v="1508" actId="1076"/>
          <ac:spMkLst>
            <pc:docMk/>
            <pc:sldMk cId="4239604439" sldId="268"/>
            <ac:spMk id="35" creationId="{F8D5DE31-ADD1-A11A-3043-81F95DFFD2DA}"/>
          </ac:spMkLst>
        </pc:spChg>
        <pc:spChg chg="mod">
          <ac:chgData name="Eike Bergen" userId="34d6753244d59a95" providerId="LiveId" clId="{CA5F72F2-797A-4277-99D1-EC0A0D5AF1A9}" dt="2026-08-12T09:18:08.501" v="200" actId="14100"/>
          <ac:spMkLst>
            <pc:docMk/>
            <pc:sldMk cId="4239604439" sldId="268"/>
            <ac:spMk id="51" creationId="{4AED358C-F0F1-BF2F-CFA1-C9B8B0ABDEBB}"/>
          </ac:spMkLst>
        </pc:spChg>
        <pc:spChg chg="mod">
          <ac:chgData name="Eike Bergen" userId="34d6753244d59a95" providerId="LiveId" clId="{CA5F72F2-797A-4277-99D1-EC0A0D5AF1A9}" dt="2026-08-12T09:18:15.175" v="211" actId="1035"/>
          <ac:spMkLst>
            <pc:docMk/>
            <pc:sldMk cId="4239604439" sldId="268"/>
            <ac:spMk id="57" creationId="{EAA85426-56DF-99AB-B66F-B5AF85D0EED5}"/>
          </ac:spMkLst>
        </pc:spChg>
      </pc:sldChg>
      <pc:sldChg chg="addSp delSp modSp add mod">
        <pc:chgData name="Eike Bergen" userId="34d6753244d59a95" providerId="LiveId" clId="{CA5F72F2-797A-4277-99D1-EC0A0D5AF1A9}" dt="2026-08-27T09:37:15.844" v="2897" actId="20577"/>
        <pc:sldMkLst>
          <pc:docMk/>
          <pc:sldMk cId="2982264796" sldId="269"/>
        </pc:sldMkLst>
        <pc:spChg chg="add mod">
          <ac:chgData name="Eike Bergen" userId="34d6753244d59a95" providerId="LiveId" clId="{CA5F72F2-797A-4277-99D1-EC0A0D5AF1A9}" dt="2026-08-27T09:35:59.031" v="2876" actId="1076"/>
          <ac:spMkLst>
            <pc:docMk/>
            <pc:sldMk cId="2982264796" sldId="269"/>
            <ac:spMk id="9" creationId="{B7A43935-0266-582F-5D9B-67E0659EBCCD}"/>
          </ac:spMkLst>
        </pc:spChg>
        <pc:spChg chg="add mod">
          <ac:chgData name="Eike Bergen" userId="34d6753244d59a95" providerId="LiveId" clId="{CA5F72F2-797A-4277-99D1-EC0A0D5AF1A9}" dt="2026-08-27T09:36:15.539" v="2882" actId="20577"/>
          <ac:spMkLst>
            <pc:docMk/>
            <pc:sldMk cId="2982264796" sldId="269"/>
            <ac:spMk id="11" creationId="{0B1393D6-3F5C-6CE1-C25B-379E0D147A15}"/>
          </ac:spMkLst>
        </pc:spChg>
        <pc:spChg chg="add mod">
          <ac:chgData name="Eike Bergen" userId="34d6753244d59a95" providerId="LiveId" clId="{CA5F72F2-797A-4277-99D1-EC0A0D5AF1A9}" dt="2026-08-25T14:36:07.910" v="2847" actId="20577"/>
          <ac:spMkLst>
            <pc:docMk/>
            <pc:sldMk cId="2982264796" sldId="269"/>
            <ac:spMk id="37" creationId="{13B20FB3-84FF-9302-A0CD-73826ABF4C2E}"/>
          </ac:spMkLst>
        </pc:spChg>
        <pc:spChg chg="add mod">
          <ac:chgData name="Eike Bergen" userId="34d6753244d59a95" providerId="LiveId" clId="{CA5F72F2-797A-4277-99D1-EC0A0D5AF1A9}" dt="2026-08-25T13:07:46.743" v="2397" actId="1076"/>
          <ac:spMkLst>
            <pc:docMk/>
            <pc:sldMk cId="2982264796" sldId="269"/>
            <ac:spMk id="39" creationId="{CFB95A12-799B-BFD6-FCF9-1D538BC1A5DC}"/>
          </ac:spMkLst>
        </pc:spChg>
        <pc:spChg chg="add mod">
          <ac:chgData name="Eike Bergen" userId="34d6753244d59a95" providerId="LiveId" clId="{CA5F72F2-797A-4277-99D1-EC0A0D5AF1A9}" dt="2026-08-25T13:07:48.582" v="2398" actId="1076"/>
          <ac:spMkLst>
            <pc:docMk/>
            <pc:sldMk cId="2982264796" sldId="269"/>
            <ac:spMk id="41" creationId="{AD8161E1-A74B-50F9-FBB7-E0D01A8F08DE}"/>
          </ac:spMkLst>
        </pc:spChg>
        <pc:spChg chg="add mod">
          <ac:chgData name="Eike Bergen" userId="34d6753244d59a95" providerId="LiveId" clId="{CA5F72F2-797A-4277-99D1-EC0A0D5AF1A9}" dt="2026-08-25T13:10:18.535" v="2587" actId="14100"/>
          <ac:spMkLst>
            <pc:docMk/>
            <pc:sldMk cId="2982264796" sldId="269"/>
            <ac:spMk id="43" creationId="{0760B68A-F919-DC15-3F0F-588762E067E1}"/>
          </ac:spMkLst>
        </pc:spChg>
        <pc:spChg chg="add mod">
          <ac:chgData name="Eike Bergen" userId="34d6753244d59a95" providerId="LiveId" clId="{CA5F72F2-797A-4277-99D1-EC0A0D5AF1A9}" dt="2026-08-25T13:08:37.275" v="2431" actId="1076"/>
          <ac:spMkLst>
            <pc:docMk/>
            <pc:sldMk cId="2982264796" sldId="269"/>
            <ac:spMk id="45" creationId="{21BD8E3F-3D6A-4975-C6C3-E0997D7FA525}"/>
          </ac:spMkLst>
        </pc:spChg>
        <pc:spChg chg="add mod">
          <ac:chgData name="Eike Bergen" userId="34d6753244d59a95" providerId="LiveId" clId="{CA5F72F2-797A-4277-99D1-EC0A0D5AF1A9}" dt="2026-08-25T13:08:13.404" v="2427" actId="113"/>
          <ac:spMkLst>
            <pc:docMk/>
            <pc:sldMk cId="2982264796" sldId="269"/>
            <ac:spMk id="47" creationId="{B77A61C4-BC69-87B8-70AB-E5BEB9A44991}"/>
          </ac:spMkLst>
        </pc:spChg>
        <pc:spChg chg="add mod">
          <ac:chgData name="Eike Bergen" userId="34d6753244d59a95" providerId="LiveId" clId="{CA5F72F2-797A-4277-99D1-EC0A0D5AF1A9}" dt="2026-08-27T09:37:15.844" v="2897" actId="20577"/>
          <ac:spMkLst>
            <pc:docMk/>
            <pc:sldMk cId="2982264796" sldId="269"/>
            <ac:spMk id="57" creationId="{CAA575FC-02A1-FA1E-1DD1-DD670C87ED85}"/>
          </ac:spMkLst>
        </pc:spChg>
        <pc:grpChg chg="add mod">
          <ac:chgData name="Eike Bergen" userId="34d6753244d59a95" providerId="LiveId" clId="{CA5F72F2-797A-4277-99D1-EC0A0D5AF1A9}" dt="2026-08-25T13:04:15.535" v="2258" actId="1076"/>
          <ac:grpSpMkLst>
            <pc:docMk/>
            <pc:sldMk cId="2982264796" sldId="269"/>
            <ac:grpSpMk id="35" creationId="{54E31EEA-D9DC-5063-885B-9C703124BDF2}"/>
          </ac:grpSpMkLst>
        </pc:grpChg>
        <pc:picChg chg="add mod topLvl">
          <ac:chgData name="Eike Bergen" userId="34d6753244d59a95" providerId="LiveId" clId="{CA5F72F2-797A-4277-99D1-EC0A0D5AF1A9}" dt="2026-08-25T13:01:38.922" v="2134" actId="164"/>
          <ac:picMkLst>
            <pc:docMk/>
            <pc:sldMk cId="2982264796" sldId="269"/>
            <ac:picMk id="21" creationId="{CDD2D5DE-1F69-0554-B101-073F5BBD947F}"/>
          </ac:picMkLst>
        </pc:picChg>
        <pc:picChg chg="add mod">
          <ac:chgData name="Eike Bergen" userId="34d6753244d59a95" providerId="LiveId" clId="{CA5F72F2-797A-4277-99D1-EC0A0D5AF1A9}" dt="2026-08-25T13:01:38.922" v="2134" actId="164"/>
          <ac:picMkLst>
            <pc:docMk/>
            <pc:sldMk cId="2982264796" sldId="269"/>
            <ac:picMk id="32" creationId="{93F44898-AA33-B204-74C5-86523BC319BE}"/>
          </ac:picMkLst>
        </pc:picChg>
        <pc:picChg chg="add mod">
          <ac:chgData name="Eike Bergen" userId="34d6753244d59a95" providerId="LiveId" clId="{CA5F72F2-797A-4277-99D1-EC0A0D5AF1A9}" dt="2026-08-25T13:01:38.922" v="2134" actId="164"/>
          <ac:picMkLst>
            <pc:docMk/>
            <pc:sldMk cId="2982264796" sldId="269"/>
            <ac:picMk id="34" creationId="{AC2513DD-304A-10CF-3B1F-B63AD83BD6FF}"/>
          </ac:picMkLst>
        </pc:picChg>
        <pc:cxnChg chg="add mod">
          <ac:chgData name="Eike Bergen" userId="34d6753244d59a95" providerId="LiveId" clId="{CA5F72F2-797A-4277-99D1-EC0A0D5AF1A9}" dt="2026-08-25T13:15:48.661" v="2595" actId="14100"/>
          <ac:cxnSpMkLst>
            <pc:docMk/>
            <pc:sldMk cId="2982264796" sldId="269"/>
            <ac:cxnSpMk id="51" creationId="{BF812FC1-AAE1-F347-99E9-ACFDD224C53F}"/>
          </ac:cxnSpMkLst>
        </pc:cxnChg>
      </pc:sldChg>
      <pc:sldChg chg="addSp delSp modSp add mod">
        <pc:chgData name="Eike Bergen" userId="34d6753244d59a95" providerId="LiveId" clId="{CA5F72F2-797A-4277-99D1-EC0A0D5AF1A9}" dt="2026-08-27T15:14:46.620" v="3388" actId="14100"/>
        <pc:sldMkLst>
          <pc:docMk/>
          <pc:sldMk cId="1473549473" sldId="271"/>
        </pc:sldMkLst>
        <pc:spChg chg="add mod">
          <ac:chgData name="Eike Bergen" userId="34d6753244d59a95" providerId="LiveId" clId="{CA5F72F2-797A-4277-99D1-EC0A0D5AF1A9}" dt="2026-08-12T13:00:00.651" v="355" actId="20577"/>
          <ac:spMkLst>
            <pc:docMk/>
            <pc:sldMk cId="1473549473" sldId="271"/>
            <ac:spMk id="4" creationId="{0E805E7F-B45D-DB25-DE8D-6974F4F7B8DA}"/>
          </ac:spMkLst>
        </pc:spChg>
        <pc:spChg chg="add mod">
          <ac:chgData name="Eike Bergen" userId="34d6753244d59a95" providerId="LiveId" clId="{CA5F72F2-797A-4277-99D1-EC0A0D5AF1A9}" dt="2026-08-27T15:13:03.263" v="3330" actId="14100"/>
          <ac:spMkLst>
            <pc:docMk/>
            <pc:sldMk cId="1473549473" sldId="271"/>
            <ac:spMk id="6" creationId="{141452B4-CFAD-7236-D8C3-D2CC34D6B2FE}"/>
          </ac:spMkLst>
        </pc:spChg>
        <pc:spChg chg="add mod">
          <ac:chgData name="Eike Bergen" userId="34d6753244d59a95" providerId="LiveId" clId="{CA5F72F2-797A-4277-99D1-EC0A0D5AF1A9}" dt="2026-08-27T15:14:07.401" v="3379" actId="1076"/>
          <ac:spMkLst>
            <pc:docMk/>
            <pc:sldMk cId="1473549473" sldId="271"/>
            <ac:spMk id="8" creationId="{7EAD2F98-1827-4E12-D815-272A8EC871F5}"/>
          </ac:spMkLst>
        </pc:spChg>
        <pc:spChg chg="add mod">
          <ac:chgData name="Eike Bergen" userId="34d6753244d59a95" providerId="LiveId" clId="{CA5F72F2-797A-4277-99D1-EC0A0D5AF1A9}" dt="2026-08-27T15:13:54.577" v="3376" actId="14100"/>
          <ac:spMkLst>
            <pc:docMk/>
            <pc:sldMk cId="1473549473" sldId="271"/>
            <ac:spMk id="13" creationId="{967D69C0-9B8B-0A3C-40FF-230CD4AC288F}"/>
          </ac:spMkLst>
        </pc:spChg>
        <pc:spChg chg="add mod">
          <ac:chgData name="Eike Bergen" userId="34d6753244d59a95" providerId="LiveId" clId="{CA5F72F2-797A-4277-99D1-EC0A0D5AF1A9}" dt="2026-08-27T15:14:37.786" v="3385" actId="1076"/>
          <ac:spMkLst>
            <pc:docMk/>
            <pc:sldMk cId="1473549473" sldId="271"/>
            <ac:spMk id="16" creationId="{56631B93-FD8F-95E3-CDCD-E73DE01B7D43}"/>
          </ac:spMkLst>
        </pc:spChg>
        <pc:spChg chg="add mod">
          <ac:chgData name="Eike Bergen" userId="34d6753244d59a95" providerId="LiveId" clId="{CA5F72F2-797A-4277-99D1-EC0A0D5AF1A9}" dt="2026-08-12T13:09:32.562" v="740" actId="164"/>
          <ac:spMkLst>
            <pc:docMk/>
            <pc:sldMk cId="1473549473" sldId="271"/>
            <ac:spMk id="20" creationId="{A7809688-DE08-235B-E505-983A15E0A0FD}"/>
          </ac:spMkLst>
        </pc:spChg>
        <pc:spChg chg="add mod">
          <ac:chgData name="Eike Bergen" userId="34d6753244d59a95" providerId="LiveId" clId="{CA5F72F2-797A-4277-99D1-EC0A0D5AF1A9}" dt="2026-08-12T13:09:32.562" v="740" actId="164"/>
          <ac:spMkLst>
            <pc:docMk/>
            <pc:sldMk cId="1473549473" sldId="271"/>
            <ac:spMk id="22" creationId="{1E2AD645-EF10-21C9-D2AC-A253DF28FB66}"/>
          </ac:spMkLst>
        </pc:spChg>
        <pc:spChg chg="add mod">
          <ac:chgData name="Eike Bergen" userId="34d6753244d59a95" providerId="LiveId" clId="{CA5F72F2-797A-4277-99D1-EC0A0D5AF1A9}" dt="2026-08-12T13:09:32.562" v="740" actId="164"/>
          <ac:spMkLst>
            <pc:docMk/>
            <pc:sldMk cId="1473549473" sldId="271"/>
            <ac:spMk id="23" creationId="{F6998BE1-2612-21F8-621E-EB02AB52449B}"/>
          </ac:spMkLst>
        </pc:spChg>
        <pc:spChg chg="add mod">
          <ac:chgData name="Eike Bergen" userId="34d6753244d59a95" providerId="LiveId" clId="{CA5F72F2-797A-4277-99D1-EC0A0D5AF1A9}" dt="2026-08-27T15:14:37.786" v="3385" actId="1076"/>
          <ac:spMkLst>
            <pc:docMk/>
            <pc:sldMk cId="1473549473" sldId="271"/>
            <ac:spMk id="26" creationId="{2B3613DE-4471-5D68-BD86-92B45062FB32}"/>
          </ac:spMkLst>
        </pc:spChg>
        <pc:spChg chg="add mod">
          <ac:chgData name="Eike Bergen" userId="34d6753244d59a95" providerId="LiveId" clId="{CA5F72F2-797A-4277-99D1-EC0A0D5AF1A9}" dt="2026-08-27T15:14:46.620" v="3388" actId="14100"/>
          <ac:spMkLst>
            <pc:docMk/>
            <pc:sldMk cId="1473549473" sldId="271"/>
            <ac:spMk id="31" creationId="{FEDC8352-33E1-61E3-0511-F44E31FAD781}"/>
          </ac:spMkLst>
        </pc:spChg>
        <pc:grpChg chg="add mod">
          <ac:chgData name="Eike Bergen" userId="34d6753244d59a95" providerId="LiveId" clId="{CA5F72F2-797A-4277-99D1-EC0A0D5AF1A9}" dt="2026-08-27T15:14:37.786" v="3385" actId="1076"/>
          <ac:grpSpMkLst>
            <pc:docMk/>
            <pc:sldMk cId="1473549473" sldId="271"/>
            <ac:grpSpMk id="24" creationId="{2DBAEF5A-DAE2-CD30-F814-EE183431285C}"/>
          </ac:grpSpMkLst>
        </pc:grpChg>
        <pc:picChg chg="add mod">
          <ac:chgData name="Eike Bergen" userId="34d6753244d59a95" providerId="LiveId" clId="{CA5F72F2-797A-4277-99D1-EC0A0D5AF1A9}" dt="2026-08-27T15:12:56.674" v="3328" actId="1076"/>
          <ac:picMkLst>
            <pc:docMk/>
            <pc:sldMk cId="1473549473" sldId="271"/>
            <ac:picMk id="3" creationId="{D2A11528-4D8A-3551-2F40-6C326BD69432}"/>
          </ac:picMkLst>
        </pc:picChg>
        <pc:picChg chg="add mod">
          <ac:chgData name="Eike Bergen" userId="34d6753244d59a95" providerId="LiveId" clId="{CA5F72F2-797A-4277-99D1-EC0A0D5AF1A9}" dt="2026-08-12T13:09:32.562" v="740" actId="164"/>
          <ac:picMkLst>
            <pc:docMk/>
            <pc:sldMk cId="1473549473" sldId="271"/>
            <ac:picMk id="10" creationId="{DA79E76B-6EB7-136F-9207-D7EADD9767AE}"/>
          </ac:picMkLst>
        </pc:picChg>
        <pc:picChg chg="add mod">
          <ac:chgData name="Eike Bergen" userId="34d6753244d59a95" providerId="LiveId" clId="{CA5F72F2-797A-4277-99D1-EC0A0D5AF1A9}" dt="2026-08-12T13:09:32.562" v="740" actId="164"/>
          <ac:picMkLst>
            <pc:docMk/>
            <pc:sldMk cId="1473549473" sldId="271"/>
            <ac:picMk id="12" creationId="{18F346DC-0EE4-9296-1386-2BBAFC54247D}"/>
          </ac:picMkLst>
        </pc:picChg>
        <pc:picChg chg="add mod modCrop">
          <ac:chgData name="Eike Bergen" userId="34d6753244d59a95" providerId="LiveId" clId="{CA5F72F2-797A-4277-99D1-EC0A0D5AF1A9}" dt="2026-08-27T15:14:07.401" v="3379" actId="1076"/>
          <ac:picMkLst>
            <pc:docMk/>
            <pc:sldMk cId="1473549473" sldId="271"/>
            <ac:picMk id="14" creationId="{DA7B5752-3FBD-083F-4938-42FA6107CFC3}"/>
          </ac:picMkLst>
        </pc:picChg>
        <pc:cxnChg chg="add mod">
          <ac:chgData name="Eike Bergen" userId="34d6753244d59a95" providerId="LiveId" clId="{CA5F72F2-797A-4277-99D1-EC0A0D5AF1A9}" dt="2026-08-27T15:13:54.577" v="3376" actId="14100"/>
          <ac:cxnSpMkLst>
            <pc:docMk/>
            <pc:sldMk cId="1473549473" sldId="271"/>
            <ac:cxnSpMk id="2" creationId="{7334C3A0-0213-A4E5-5786-BE6F428CD760}"/>
          </ac:cxnSpMkLst>
        </pc:cxnChg>
        <pc:cxnChg chg="add mod">
          <ac:chgData name="Eike Bergen" userId="34d6753244d59a95" providerId="LiveId" clId="{CA5F72F2-797A-4277-99D1-EC0A0D5AF1A9}" dt="2026-08-27T15:14:09.923" v="3380" actId="14100"/>
          <ac:cxnSpMkLst>
            <pc:docMk/>
            <pc:sldMk cId="1473549473" sldId="271"/>
            <ac:cxnSpMk id="5" creationId="{41E24C68-AAA0-23C8-0C78-05431CAF913A}"/>
          </ac:cxnSpMkLst>
        </pc:cxnChg>
      </pc:sldChg>
      <pc:sldChg chg="addSp delSp modSp add mod">
        <pc:chgData name="Eike Bergen" userId="34d6753244d59a95" providerId="LiveId" clId="{CA5F72F2-797A-4277-99D1-EC0A0D5AF1A9}" dt="2026-08-12T13:24:03.226" v="1445" actId="20577"/>
        <pc:sldMkLst>
          <pc:docMk/>
          <pc:sldMk cId="3088996399" sldId="274"/>
        </pc:sldMkLst>
        <pc:spChg chg="add mod">
          <ac:chgData name="Eike Bergen" userId="34d6753244d59a95" providerId="LiveId" clId="{CA5F72F2-797A-4277-99D1-EC0A0D5AF1A9}" dt="2026-08-12T13:19:13.913" v="1309" actId="20577"/>
          <ac:spMkLst>
            <pc:docMk/>
            <pc:sldMk cId="3088996399" sldId="274"/>
            <ac:spMk id="4" creationId="{E435DA02-4A3B-87AF-EB25-33F50201A583}"/>
          </ac:spMkLst>
        </pc:spChg>
        <pc:spChg chg="add mod">
          <ac:chgData name="Eike Bergen" userId="34d6753244d59a95" providerId="LiveId" clId="{CA5F72F2-797A-4277-99D1-EC0A0D5AF1A9}" dt="2026-08-12T13:24:03.226" v="1445" actId="20577"/>
          <ac:spMkLst>
            <pc:docMk/>
            <pc:sldMk cId="3088996399" sldId="274"/>
            <ac:spMk id="7" creationId="{968378E3-EA16-ED21-6DDC-827463FEB970}"/>
          </ac:spMkLst>
        </pc:spChg>
        <pc:spChg chg="add mod">
          <ac:chgData name="Eike Bergen" userId="34d6753244d59a95" providerId="LiveId" clId="{CA5F72F2-797A-4277-99D1-EC0A0D5AF1A9}" dt="2026-08-12T13:22:16.217" v="1396" actId="255"/>
          <ac:spMkLst>
            <pc:docMk/>
            <pc:sldMk cId="3088996399" sldId="274"/>
            <ac:spMk id="16" creationId="{5FC30080-F955-468A-4414-6980E3535A95}"/>
          </ac:spMkLst>
        </pc:spChg>
        <pc:grpChg chg="mod">
          <ac:chgData name="Eike Bergen" userId="34d6753244d59a95" providerId="LiveId" clId="{CA5F72F2-797A-4277-99D1-EC0A0D5AF1A9}" dt="2026-08-12T13:17:00.509" v="1000" actId="1076"/>
          <ac:grpSpMkLst>
            <pc:docMk/>
            <pc:sldMk cId="3088996399" sldId="274"/>
            <ac:grpSpMk id="11" creationId="{DE5BB375-D00D-F74C-7E31-D8A8446E30EC}"/>
          </ac:grpSpMkLst>
        </pc:grpChg>
      </pc:sldChg>
      <pc:sldChg chg="addSp delSp modSp new mod">
        <pc:chgData name="Eike Bergen" userId="34d6753244d59a95" providerId="LiveId" clId="{CA5F72F2-797A-4277-99D1-EC0A0D5AF1A9}" dt="2026-08-25T14:31:55.837" v="2699" actId="732"/>
        <pc:sldMkLst>
          <pc:docMk/>
          <pc:sldMk cId="1291413361" sldId="275"/>
        </pc:sldMkLst>
        <pc:picChg chg="add mod ord">
          <ac:chgData name="Eike Bergen" userId="34d6753244d59a95" providerId="LiveId" clId="{CA5F72F2-797A-4277-99D1-EC0A0D5AF1A9}" dt="2026-08-25T12:42:39.228" v="1945" actId="22"/>
          <ac:picMkLst>
            <pc:docMk/>
            <pc:sldMk cId="1291413361" sldId="275"/>
            <ac:picMk id="5" creationId="{9360B620-1C53-FD3E-530C-B069DA0FD501}"/>
          </ac:picMkLst>
        </pc:picChg>
        <pc:picChg chg="add mod modCrop">
          <ac:chgData name="Eike Bergen" userId="34d6753244d59a95" providerId="LiveId" clId="{CA5F72F2-797A-4277-99D1-EC0A0D5AF1A9}" dt="2026-08-25T14:31:55.837" v="2699" actId="732"/>
          <ac:picMkLst>
            <pc:docMk/>
            <pc:sldMk cId="1291413361" sldId="275"/>
            <ac:picMk id="7" creationId="{69347A1F-EC0F-53D9-4FD3-27D5A4959364}"/>
          </ac:picMkLst>
        </pc:picChg>
      </pc:sldChg>
      <pc:sldChg chg="addSp delSp modSp new mod">
        <pc:chgData name="Eike Bergen" userId="34d6753244d59a95" providerId="LiveId" clId="{CA5F72F2-797A-4277-99D1-EC0A0D5AF1A9}" dt="2026-08-27T12:08:36.131" v="3155" actId="114"/>
        <pc:sldMkLst>
          <pc:docMk/>
          <pc:sldMk cId="647590783" sldId="276"/>
        </pc:sldMkLst>
        <pc:spChg chg="del">
          <ac:chgData name="Eike Bergen" userId="34d6753244d59a95" providerId="LiveId" clId="{CA5F72F2-797A-4277-99D1-EC0A0D5AF1A9}" dt="2026-08-27T12:06:38.270" v="2901" actId="478"/>
          <ac:spMkLst>
            <pc:docMk/>
            <pc:sldMk cId="647590783" sldId="276"/>
            <ac:spMk id="2" creationId="{02B18742-A1AC-A4E6-152B-BF2965C8A235}"/>
          </ac:spMkLst>
        </pc:spChg>
        <pc:spChg chg="del">
          <ac:chgData name="Eike Bergen" userId="34d6753244d59a95" providerId="LiveId" clId="{CA5F72F2-797A-4277-99D1-EC0A0D5AF1A9}" dt="2026-08-27T12:06:24.121" v="2899" actId="478"/>
          <ac:spMkLst>
            <pc:docMk/>
            <pc:sldMk cId="647590783" sldId="276"/>
            <ac:spMk id="3" creationId="{F65347F3-6A51-BE8D-92D4-DF1CAF5F5534}"/>
          </ac:spMkLst>
        </pc:spChg>
        <pc:spChg chg="add mod">
          <ac:chgData name="Eike Bergen" userId="34d6753244d59a95" providerId="LiveId" clId="{CA5F72F2-797A-4277-99D1-EC0A0D5AF1A9}" dt="2026-08-27T12:06:44.562" v="2918" actId="20577"/>
          <ac:spMkLst>
            <pc:docMk/>
            <pc:sldMk cId="647590783" sldId="276"/>
            <ac:spMk id="4" creationId="{1E536E23-BDFE-DA1C-5918-DB92D358279C}"/>
          </ac:spMkLst>
        </pc:spChg>
        <pc:spChg chg="add mod">
          <ac:chgData name="Eike Bergen" userId="34d6753244d59a95" providerId="LiveId" clId="{CA5F72F2-797A-4277-99D1-EC0A0D5AF1A9}" dt="2026-08-27T12:08:36.131" v="3155" actId="114"/>
          <ac:spMkLst>
            <pc:docMk/>
            <pc:sldMk cId="647590783" sldId="276"/>
            <ac:spMk id="6" creationId="{89773B32-3E51-1A76-5AE3-FCC1E676BAD4}"/>
          </ac:spMkLst>
        </pc:spChg>
      </pc:sldChg>
      <pc:sldChg chg="modSp new del mod">
        <pc:chgData name="Eike Bergen" userId="34d6753244d59a95" providerId="LiveId" clId="{CA5F72F2-797A-4277-99D1-EC0A0D5AF1A9}" dt="2026-08-26T07:57:18.224" v="2875" actId="2696"/>
        <pc:sldMkLst>
          <pc:docMk/>
          <pc:sldMk cId="889954016" sldId="276"/>
        </pc:sldMkLst>
      </pc:sldChg>
      <pc:sldChg chg="addSp delSp modSp add del mod">
        <pc:chgData name="Eike Bergen" userId="34d6753244d59a95" providerId="LiveId" clId="{CA5F72F2-797A-4277-99D1-EC0A0D5AF1A9}" dt="2026-08-27T15:12:26.449" v="3325" actId="2696"/>
        <pc:sldMkLst>
          <pc:docMk/>
          <pc:sldMk cId="2790534434" sldId="277"/>
        </pc:sldMkLst>
        <pc:spChg chg="add mod">
          <ac:chgData name="Eike Bergen" userId="34d6753244d59a95" providerId="LiveId" clId="{CA5F72F2-797A-4277-99D1-EC0A0D5AF1A9}" dt="2026-08-27T15:11:45.833" v="3319" actId="14100"/>
          <ac:spMkLst>
            <pc:docMk/>
            <pc:sldMk cId="2790534434" sldId="277"/>
            <ac:spMk id="4" creationId="{B019607B-3677-1913-BE6A-1E413FBD0898}"/>
          </ac:spMkLst>
        </pc:spChg>
        <pc:spChg chg="del">
          <ac:chgData name="Eike Bergen" userId="34d6753244d59a95" providerId="LiveId" clId="{CA5F72F2-797A-4277-99D1-EC0A0D5AF1A9}" dt="2026-08-27T15:09:04.412" v="3188" actId="478"/>
          <ac:spMkLst>
            <pc:docMk/>
            <pc:sldMk cId="2790534434" sldId="277"/>
            <ac:spMk id="22" creationId="{1C52ED5F-AA12-C270-0CA2-EF77973C2ECA}"/>
          </ac:spMkLst>
        </pc:spChg>
        <pc:spChg chg="del">
          <ac:chgData name="Eike Bergen" userId="34d6753244d59a95" providerId="LiveId" clId="{CA5F72F2-797A-4277-99D1-EC0A0D5AF1A9}" dt="2026-08-27T15:09:04.412" v="3188" actId="478"/>
          <ac:spMkLst>
            <pc:docMk/>
            <pc:sldMk cId="2790534434" sldId="277"/>
            <ac:spMk id="25" creationId="{38CC684E-C804-88F7-3FE8-B42265119E39}"/>
          </ac:spMkLst>
        </pc:spChg>
        <pc:spChg chg="del">
          <ac:chgData name="Eike Bergen" userId="34d6753244d59a95" providerId="LiveId" clId="{CA5F72F2-797A-4277-99D1-EC0A0D5AF1A9}" dt="2026-08-27T15:09:04.412" v="3188" actId="478"/>
          <ac:spMkLst>
            <pc:docMk/>
            <pc:sldMk cId="2790534434" sldId="277"/>
            <ac:spMk id="28" creationId="{902947CE-F6BB-9339-E58B-0F8BACCA6A8E}"/>
          </ac:spMkLst>
        </pc:spChg>
        <pc:picChg chg="del">
          <ac:chgData name="Eike Bergen" userId="34d6753244d59a95" providerId="LiveId" clId="{CA5F72F2-797A-4277-99D1-EC0A0D5AF1A9}" dt="2026-08-27T15:08:59.040" v="3187" actId="478"/>
          <ac:picMkLst>
            <pc:docMk/>
            <pc:sldMk cId="2790534434" sldId="277"/>
            <ac:picMk id="3" creationId="{0FCFF494-1CC5-DF90-073A-570DECD66CE8}"/>
          </ac:picMkLst>
        </pc:picChg>
        <pc:picChg chg="del">
          <ac:chgData name="Eike Bergen" userId="34d6753244d59a95" providerId="LiveId" clId="{CA5F72F2-797A-4277-99D1-EC0A0D5AF1A9}" dt="2026-08-27T15:09:04.412" v="3188" actId="478"/>
          <ac:picMkLst>
            <pc:docMk/>
            <pc:sldMk cId="2790534434" sldId="277"/>
            <ac:picMk id="6" creationId="{50C1B047-4809-26EA-3895-FB5A8A6F703D}"/>
          </ac:picMkLst>
        </pc:picChg>
        <pc:cxnChg chg="del mod">
          <ac:chgData name="Eike Bergen" userId="34d6753244d59a95" providerId="LiveId" clId="{CA5F72F2-797A-4277-99D1-EC0A0D5AF1A9}" dt="2026-08-27T15:09:04.412" v="3188" actId="478"/>
          <ac:cxnSpMkLst>
            <pc:docMk/>
            <pc:sldMk cId="2790534434" sldId="277"/>
            <ac:cxnSpMk id="7" creationId="{2567563D-9D4E-54A2-D00A-01EE377BE343}"/>
          </ac:cxnSpMkLst>
        </pc:cxnChg>
        <pc:cxnChg chg="del">
          <ac:chgData name="Eike Bergen" userId="34d6753244d59a95" providerId="LiveId" clId="{CA5F72F2-797A-4277-99D1-EC0A0D5AF1A9}" dt="2026-08-27T15:09:04.412" v="3188" actId="478"/>
          <ac:cxnSpMkLst>
            <pc:docMk/>
            <pc:sldMk cId="2790534434" sldId="277"/>
            <ac:cxnSpMk id="10" creationId="{E17A3C2C-53B3-643D-0395-E636426C8C21}"/>
          </ac:cxnSpMkLst>
        </pc:cxnChg>
        <pc:cxnChg chg="del mod">
          <ac:chgData name="Eike Bergen" userId="34d6753244d59a95" providerId="LiveId" clId="{CA5F72F2-797A-4277-99D1-EC0A0D5AF1A9}" dt="2026-08-27T15:09:04.412" v="3188" actId="478"/>
          <ac:cxnSpMkLst>
            <pc:docMk/>
            <pc:sldMk cId="2790534434" sldId="277"/>
            <ac:cxnSpMk id="14" creationId="{040D2F92-3B77-C368-F541-BA647672E517}"/>
          </ac:cxnSpMkLst>
        </pc:cxnChg>
        <pc:cxnChg chg="del">
          <ac:chgData name="Eike Bergen" userId="34d6753244d59a95" providerId="LiveId" clId="{CA5F72F2-797A-4277-99D1-EC0A0D5AF1A9}" dt="2026-08-27T15:09:04.412" v="3188" actId="478"/>
          <ac:cxnSpMkLst>
            <pc:docMk/>
            <pc:sldMk cId="2790534434" sldId="277"/>
            <ac:cxnSpMk id="16" creationId="{A636622F-ECC4-2CB0-CF45-3C2C8CCB1053}"/>
          </ac:cxnSpMkLst>
        </pc:cxnChg>
        <pc:cxnChg chg="del">
          <ac:chgData name="Eike Bergen" userId="34d6753244d59a95" providerId="LiveId" clId="{CA5F72F2-797A-4277-99D1-EC0A0D5AF1A9}" dt="2026-08-27T15:09:04.412" v="3188" actId="478"/>
          <ac:cxnSpMkLst>
            <pc:docMk/>
            <pc:sldMk cId="2790534434" sldId="277"/>
            <ac:cxnSpMk id="19" creationId="{34593AE6-A94A-5923-48D2-D7346D58D254}"/>
          </ac:cxnSpMkLst>
        </pc:cxnChg>
      </pc:sldChg>
      <pc:sldMasterChg chg="addSp mod">
        <pc:chgData name="Eike Bergen" userId="34d6753244d59a95" providerId="LiveId" clId="{CA5F72F2-797A-4277-99D1-EC0A0D5AF1A9}" dt="2026-08-12T12:24:40.774" v="286" actId="22"/>
        <pc:sldMasterMkLst>
          <pc:docMk/>
          <pc:sldMasterMk cId="1559102650" sldId="2147483648"/>
        </pc:sldMasterMkLst>
        <pc:picChg chg="add">
          <ac:chgData name="Eike Bergen" userId="34d6753244d59a95" providerId="LiveId" clId="{CA5F72F2-797A-4277-99D1-EC0A0D5AF1A9}" dt="2026-08-12T12:24:40.774" v="286" actId="22"/>
          <ac:picMkLst>
            <pc:docMk/>
            <pc:sldMasterMk cId="1559102650" sldId="2147483648"/>
            <ac:picMk id="8" creationId="{E22187C5-6500-5DA5-5BE1-2F6433586F1A}"/>
          </ac:picMkLst>
        </pc:pic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7DDEC-8E48-CD02-3C2B-29EFD3A4F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EA4FF0-1ECA-1EB5-96FE-97B88A952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A25E12-B1D7-702F-6149-5A71F847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836BAF-A1DB-438A-64ED-B23334B5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B0403B-58DC-5E97-B84B-CE96AA3B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630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8576A-EE27-C954-9E53-FBD869A7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CCA1F0-9232-EB47-EBAB-735BB25A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26638-89F2-2835-5091-51A9F18A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70BD2A-3715-8D62-4E04-B8DB4869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9DD7F9-2C73-6451-D6CA-E9A6B420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852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7F321-DD5B-17EA-E130-B1C8012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F8E9C6-0A10-713F-7B27-B701B9D30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C91A10-4F20-3BD7-D3D3-641C7F372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623000-3F82-C1ED-EF72-F0AA9751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AE6938-4115-FBB9-353E-41FB1F15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09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59A041-4073-5348-58B5-A3F09848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6C3918-837E-9EF0-77B1-BAF393B7F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85E7DE5-5FF7-CD6F-CF42-CC99A0FDF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C38792-F294-86C8-7D56-C4F50780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080AD-A7C3-BCD1-A193-5BB62484B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5874CA-5C48-34AC-3830-1D7D1F8E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13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0A159-B6E9-D58B-9F33-0A5377FB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11F457-45B7-1E35-4A60-86575142C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BD25F6-9CD0-9102-EA7E-8530CB515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2D5B4D-2EF9-26F5-2819-D71B465E5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A00F9E-20FD-DB2D-9697-3F85E0A80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4CF86B-F127-5C63-F2E7-882B2A4A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0344010-61F2-2982-A3B2-0FCD2034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EF3D70-62BC-41E7-A5EE-53EC225F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57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01D33-EEAC-B301-002E-694C8F1B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76920A-FA6F-E7DB-2DAC-0F473373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900B82-CC7E-13BE-BF8B-26D91C00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B6E432-A8C4-8FBE-984E-25C071DC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04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651AC64-DE5D-0456-81C8-B0E84A19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C07093-6E23-EF7E-76EE-B446AD47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FB2D7F-91A3-D8BF-1C44-7F560787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913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38AAD-9D08-DD34-06FE-C9AB424DD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AD6506-1429-23A8-CB66-0AC11E6A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27B88F-BFE9-4751-F6C2-BA2629A5C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1E0BC0-26BE-EBC1-1D44-50776782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5255B9-3755-302A-E203-0821BC51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C27118-A571-062D-EF3A-AE20A2AB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427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A6437-8596-52F4-E4C1-AC44910E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1C0D52B-A63B-ED17-17D7-031CAFC95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753F95-5441-1E0E-FC11-5861BC3E9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97AFE0-A3F1-8FB5-086E-2E95700E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5AAAE73-213F-4868-E6F2-58D2ED37B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A7493C-902B-52C5-B162-C165E13E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04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BC76F-CC87-CF5E-77CE-3ED8693C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8DCA461-2130-D324-D3C1-1D6CFD72D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DFBAA6-B209-DBC9-7A86-2BF30FD0D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8A2717-17B0-BA80-7D59-DE259521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E3AE5-7EC3-A550-97EC-898C758D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21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8B04376-B939-1961-B68A-B32B26C5F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48EE5-18DC-9FB0-1BDA-992D6A75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558E7C-B889-E17C-5402-03610DD6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7A05D9-7664-7E4F-84D8-47FADBE6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52A290-AEF4-5937-FB13-EE3FBF21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EE1C-13D4-4B36-AB3D-222EEAA7AA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98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429643-AD60-0E3C-E1D8-5C703B2F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BA9412-ECA1-8B04-BA35-ABFFFD51B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3E210C-9DF6-1347-A899-1FF2C2F2E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71AEA-5E0D-4C90-8C62-B63406D75F5C}" type="datetimeFigureOut">
              <a:rPr lang="de-DE" smtClean="0"/>
              <a:t>27.08.2026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9E5912-03DC-C95C-D606-92E2D392B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0D189-8BDC-997E-AB91-3CDAD4F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DEE1C-13D4-4B36-AB3D-222EEAA7AA6E}" type="slidenum">
              <a:rPr lang="de-DE" smtClean="0"/>
              <a:t>‹Nr.›</a:t>
            </a:fld>
            <a:endParaRPr lang="de-DE" dirty="0"/>
          </a:p>
        </p:txBody>
      </p:sp>
      <p:pic>
        <p:nvPicPr>
          <p:cNvPr id="8" name="Grafik 7" descr="Logo des Profilbereichs Modeling &amp; Simulation Sciences">
            <a:extLst>
              <a:ext uri="{FF2B5EF4-FFF2-40B4-BE49-F238E27FC236}">
                <a16:creationId xmlns:a16="http://schemas.microsoft.com/office/drawing/2014/main" id="{E22187C5-6500-5DA5-5BE1-2F6433586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0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ypst.app/open-source/" TargetMode="External"/><Relationship Id="rId2" Type="http://schemas.openxmlformats.org/officeDocument/2006/relationships/hyperlink" Target="https://code.visualstudio.com/download?_exp_download=fb315fc98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C9DBE-1C4F-554D-9534-F2F928555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Manual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poster</a:t>
            </a:r>
            <a:r>
              <a:rPr lang="de-DE" dirty="0"/>
              <a:t> </a:t>
            </a:r>
            <a:r>
              <a:rPr lang="de-DE" dirty="0" err="1"/>
              <a:t>creation</a:t>
            </a:r>
            <a:endParaRPr lang="de-DE" dirty="0"/>
          </a:p>
        </p:txBody>
      </p:sp>
      <p:pic>
        <p:nvPicPr>
          <p:cNvPr id="9" name="Grafik 8" descr="Logo des Profilbereichs Modeling &amp; Simulation Sciences">
            <a:extLst>
              <a:ext uri="{FF2B5EF4-FFF2-40B4-BE49-F238E27FC236}">
                <a16:creationId xmlns:a16="http://schemas.microsoft.com/office/drawing/2014/main" id="{E1B78E5C-5B7C-7215-186C-908C0EE9D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7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79FC3-7846-A093-2CD0-D52EEC233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It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recommended</a:t>
            </a:r>
            <a:r>
              <a:rPr lang="de-DE" dirty="0"/>
              <a:t> to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>
                <a:hlinkClick r:id="rId2"/>
              </a:rPr>
              <a:t>Visual Studio Code  </a:t>
            </a:r>
            <a:endParaRPr lang="de-DE" dirty="0"/>
          </a:p>
          <a:p>
            <a:r>
              <a:rPr lang="de-DE" dirty="0" err="1"/>
              <a:t>Install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typst</a:t>
            </a:r>
            <a:r>
              <a:rPr lang="de-DE" dirty="0"/>
              <a:t> (not </a:t>
            </a:r>
            <a:r>
              <a:rPr lang="de-DE" dirty="0" err="1"/>
              <a:t>mandatory</a:t>
            </a:r>
            <a:r>
              <a:rPr lang="de-DE" dirty="0"/>
              <a:t>, but </a:t>
            </a:r>
            <a:r>
              <a:rPr lang="de-DE" dirty="0" err="1"/>
              <a:t>enables</a:t>
            </a:r>
            <a:r>
              <a:rPr lang="de-DE" dirty="0"/>
              <a:t> terminal </a:t>
            </a:r>
            <a:r>
              <a:rPr lang="de-DE" dirty="0" err="1"/>
              <a:t>commands</a:t>
            </a:r>
            <a:r>
              <a:rPr lang="de-DE" dirty="0"/>
              <a:t>)</a:t>
            </a:r>
          </a:p>
          <a:p>
            <a:r>
              <a:rPr lang="de-DE" dirty="0" err="1"/>
              <a:t>Install</a:t>
            </a:r>
            <a:r>
              <a:rPr lang="de-DE" dirty="0"/>
              <a:t> typst </a:t>
            </a:r>
            <a:r>
              <a:rPr lang="de-DE" dirty="0" err="1"/>
              <a:t>packages</a:t>
            </a:r>
            <a:r>
              <a:rPr lang="de-DE" dirty="0"/>
              <a:t> in VS code (</a:t>
            </a:r>
            <a:r>
              <a:rPr lang="de-DE" dirty="0" err="1"/>
              <a:t>Tinymist</a:t>
            </a:r>
            <a:r>
              <a:rPr lang="de-DE" dirty="0"/>
              <a:t> Typst)</a:t>
            </a:r>
          </a:p>
          <a:p>
            <a:r>
              <a:rPr lang="de-DE" dirty="0"/>
              <a:t>Clone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folder</a:t>
            </a:r>
            <a:endParaRPr lang="de-DE" dirty="0"/>
          </a:p>
        </p:txBody>
      </p:sp>
      <p:pic>
        <p:nvPicPr>
          <p:cNvPr id="7" name="Grafik 6" descr="Logo des Profilbereichs Modeling &amp; Simulation Sciences">
            <a:extLst>
              <a:ext uri="{FF2B5EF4-FFF2-40B4-BE49-F238E27FC236}">
                <a16:creationId xmlns:a16="http://schemas.microsoft.com/office/drawing/2014/main" id="{54A8B178-2810-D1F8-7B25-34A8C9437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9875773-24AD-207A-1C4B-2EFBB53D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629" y="74075"/>
            <a:ext cx="2437045" cy="554575"/>
          </a:xfrm>
        </p:spPr>
        <p:txBody>
          <a:bodyPr>
            <a:normAutofit/>
          </a:bodyPr>
          <a:lstStyle/>
          <a:p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Get</a:t>
            </a:r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Started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63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9DAED-E27C-1C1F-793E-6AB3356A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Navigate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„</a:t>
            </a:r>
            <a:r>
              <a:rPr lang="de-DE" dirty="0" err="1"/>
              <a:t>poster</a:t>
            </a:r>
            <a:r>
              <a:rPr lang="de-DE" dirty="0"/>
              <a:t>-</a:t>
            </a:r>
            <a:r>
              <a:rPr lang="de-DE" dirty="0" err="1"/>
              <a:t>with</a:t>
            </a:r>
            <a:r>
              <a:rPr lang="de-DE" dirty="0"/>
              <a:t>-typst“ </a:t>
            </a:r>
            <a:r>
              <a:rPr lang="de-DE" dirty="0" err="1"/>
              <a:t>folder</a:t>
            </a:r>
            <a:endParaRPr lang="de-DE" dirty="0"/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6A1108F-0AA3-036C-38EA-BCA2F225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279" y="1844596"/>
            <a:ext cx="6190792" cy="4936449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5D1D5FF-5AFD-6128-4EB8-9B29A760C46E}"/>
              </a:ext>
            </a:extLst>
          </p:cNvPr>
          <p:cNvCxnSpPr/>
          <p:nvPr/>
        </p:nvCxnSpPr>
        <p:spPr>
          <a:xfrm>
            <a:off x="1919335" y="3268301"/>
            <a:ext cx="6880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fik 7" descr="Logo des Profilbereichs Modeling &amp; Simulation Sciences">
            <a:extLst>
              <a:ext uri="{FF2B5EF4-FFF2-40B4-BE49-F238E27FC236}">
                <a16:creationId xmlns:a16="http://schemas.microsoft.com/office/drawing/2014/main" id="{D2734050-099F-FF87-3B86-2A1043882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6F301889-E111-122D-5D74-68C29A2150D9}"/>
              </a:ext>
            </a:extLst>
          </p:cNvPr>
          <p:cNvSpPr/>
          <p:nvPr/>
        </p:nvSpPr>
        <p:spPr>
          <a:xfrm>
            <a:off x="2761308" y="224900"/>
            <a:ext cx="172016" cy="112406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7228E5-AF59-B64D-0D0B-91DB8E9ACF52}"/>
              </a:ext>
            </a:extLst>
          </p:cNvPr>
          <p:cNvSpPr txBox="1"/>
          <p:nvPr/>
        </p:nvSpPr>
        <p:spPr>
          <a:xfrm>
            <a:off x="3078178" y="651849"/>
            <a:ext cx="3276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Content </a:t>
            </a:r>
            <a:r>
              <a:rPr lang="de-DE" dirty="0" err="1"/>
              <a:t>folders</a:t>
            </a:r>
            <a:r>
              <a:rPr lang="de-DE" dirty="0"/>
              <a:t>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poster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45F2A431-9AC3-D7B4-5D6A-9BF6BA334DF5}"/>
              </a:ext>
            </a:extLst>
          </p:cNvPr>
          <p:cNvCxnSpPr>
            <a:cxnSpLocks/>
          </p:cNvCxnSpPr>
          <p:nvPr/>
        </p:nvCxnSpPr>
        <p:spPr>
          <a:xfrm flipH="1">
            <a:off x="2725094" y="1548142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9F4CB3E5-AF61-61B4-DB9C-CB00E3AB8564}"/>
              </a:ext>
            </a:extLst>
          </p:cNvPr>
          <p:cNvSpPr txBox="1"/>
          <p:nvPr/>
        </p:nvSpPr>
        <p:spPr>
          <a:xfrm>
            <a:off x="3268301" y="1363476"/>
            <a:ext cx="564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Folder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dirty="0"/>
              <a:t> </a:t>
            </a:r>
            <a:r>
              <a:rPr lang="de-DE" dirty="0" err="1"/>
              <a:t>posters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(MSS logo, etc.)</a:t>
            </a:r>
          </a:p>
        </p:txBody>
      </p:sp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9728CBE9-2EE2-5680-7A78-60427F0F883B}"/>
              </a:ext>
            </a:extLst>
          </p:cNvPr>
          <p:cNvSpPr/>
          <p:nvPr/>
        </p:nvSpPr>
        <p:spPr>
          <a:xfrm>
            <a:off x="2774888" y="1747319"/>
            <a:ext cx="158436" cy="42551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C2D574E-8D47-7A9E-5A7D-AFCCF547A126}"/>
              </a:ext>
            </a:extLst>
          </p:cNvPr>
          <p:cNvSpPr txBox="1"/>
          <p:nvPr/>
        </p:nvSpPr>
        <p:spPr>
          <a:xfrm>
            <a:off x="2996697" y="1775408"/>
            <a:ext cx="53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Typst Bibliotheken deren Funktionen benutzt werden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2CBB726-4DDF-A942-187C-4ADD6ED1C31F}"/>
              </a:ext>
            </a:extLst>
          </p:cNvPr>
          <p:cNvCxnSpPr>
            <a:cxnSpLocks/>
          </p:cNvCxnSpPr>
          <p:nvPr/>
        </p:nvCxnSpPr>
        <p:spPr>
          <a:xfrm flipH="1">
            <a:off x="2761308" y="2442927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FE46291E-862E-7310-9FA5-AE24CA2532A5}"/>
              </a:ext>
            </a:extLst>
          </p:cNvPr>
          <p:cNvSpPr txBox="1"/>
          <p:nvPr/>
        </p:nvSpPr>
        <p:spPr>
          <a:xfrm>
            <a:off x="3304515" y="2258261"/>
            <a:ext cx="5286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Bib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in denen die Veröffentlichungen gelistet sind</a:t>
            </a:r>
          </a:p>
        </p:txBody>
      </p:sp>
      <p:pic>
        <p:nvPicPr>
          <p:cNvPr id="19" name="Grafik 1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F2F0354-8764-DD23-F39A-83AFA119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98" y="129013"/>
            <a:ext cx="1832383" cy="6599974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83F65D0-2D1D-941B-83BB-6B7CB40FD489}"/>
              </a:ext>
            </a:extLst>
          </p:cNvPr>
          <p:cNvCxnSpPr>
            <a:cxnSpLocks/>
          </p:cNvCxnSpPr>
          <p:nvPr/>
        </p:nvCxnSpPr>
        <p:spPr>
          <a:xfrm flipH="1">
            <a:off x="2774888" y="2794504"/>
            <a:ext cx="54320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8C121EB0-A217-020B-A01E-7AE6C98B9BB3}"/>
              </a:ext>
            </a:extLst>
          </p:cNvPr>
          <p:cNvSpPr txBox="1"/>
          <p:nvPr/>
        </p:nvSpPr>
        <p:spPr>
          <a:xfrm>
            <a:off x="3318095" y="2609838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Typst Bibliothek mit </a:t>
            </a:r>
            <a:r>
              <a:rPr lang="de-DE" dirty="0" err="1"/>
              <a:t>custom</a:t>
            </a:r>
            <a:r>
              <a:rPr lang="de-DE" dirty="0"/>
              <a:t> Funktionen</a:t>
            </a:r>
          </a:p>
        </p:txBody>
      </p:sp>
      <p:sp>
        <p:nvSpPr>
          <p:cNvPr id="23" name="Geschweifte Klammer rechts 22">
            <a:extLst>
              <a:ext uri="{FF2B5EF4-FFF2-40B4-BE49-F238E27FC236}">
                <a16:creationId xmlns:a16="http://schemas.microsoft.com/office/drawing/2014/main" id="{3400281F-EFB6-3507-1B47-D3584D5FCB40}"/>
              </a:ext>
            </a:extLst>
          </p:cNvPr>
          <p:cNvSpPr/>
          <p:nvPr/>
        </p:nvSpPr>
        <p:spPr>
          <a:xfrm>
            <a:off x="2820155" y="4253620"/>
            <a:ext cx="158436" cy="42551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C6C2BB1-E8A7-2F16-B57A-B3EFCC90347D}"/>
              </a:ext>
            </a:extLst>
          </p:cNvPr>
          <p:cNvSpPr txBox="1"/>
          <p:nvPr/>
        </p:nvSpPr>
        <p:spPr>
          <a:xfrm>
            <a:off x="2978591" y="4253620"/>
            <a:ext cx="71433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Jeweils .typ und .</a:t>
            </a:r>
            <a:r>
              <a:rPr lang="de-DE" dirty="0" err="1"/>
              <a:t>pdf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mit gleichem Namen (</a:t>
            </a:r>
            <a:r>
              <a:rPr lang="de-DE" dirty="0" err="1"/>
              <a:t>pdf</a:t>
            </a:r>
            <a:r>
              <a:rPr lang="de-DE" dirty="0"/>
              <a:t> von typst generiert)</a:t>
            </a:r>
          </a:p>
          <a:p>
            <a:r>
              <a:rPr lang="de-DE" dirty="0"/>
              <a:t>Altes Format: </a:t>
            </a:r>
            <a:r>
              <a:rPr lang="de-DE" i="1" dirty="0" err="1"/>
              <a:t>poster</a:t>
            </a:r>
            <a:r>
              <a:rPr lang="de-DE" i="1" dirty="0"/>
              <a:t>-…</a:t>
            </a:r>
          </a:p>
          <a:p>
            <a:r>
              <a:rPr lang="de-DE" dirty="0"/>
              <a:t>Neues Format: </a:t>
            </a:r>
            <a:r>
              <a:rPr lang="de-DE" i="1" dirty="0"/>
              <a:t>poster-4-tiles-…</a:t>
            </a:r>
          </a:p>
        </p:txBody>
      </p:sp>
      <p:pic>
        <p:nvPicPr>
          <p:cNvPr id="5" name="Grafik 4" descr="Logo des Profilbereichs Modeling &amp; Simulation Sciences">
            <a:extLst>
              <a:ext uri="{FF2B5EF4-FFF2-40B4-BE49-F238E27FC236}">
                <a16:creationId xmlns:a16="http://schemas.microsoft.com/office/drawing/2014/main" id="{D6D4280B-1022-05F4-FB32-284AA9054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770BC7CC-A8FE-2576-275B-3EEE1B50098B}"/>
              </a:ext>
            </a:extLst>
          </p:cNvPr>
          <p:cNvSpPr txBox="1">
            <a:spLocks/>
          </p:cNvSpPr>
          <p:nvPr/>
        </p:nvSpPr>
        <p:spPr>
          <a:xfrm>
            <a:off x="4443629" y="74075"/>
            <a:ext cx="2437045" cy="554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>
                <a:solidFill>
                  <a:schemeClr val="tx2">
                    <a:lumMod val="90000"/>
                    <a:lumOff val="10000"/>
                  </a:schemeClr>
                </a:solidFill>
              </a:rPr>
              <a:t>File Overview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235E926-2175-F712-CA12-70A92A48A472}"/>
              </a:ext>
            </a:extLst>
          </p:cNvPr>
          <p:cNvSpPr txBox="1"/>
          <p:nvPr/>
        </p:nvSpPr>
        <p:spPr>
          <a:xfrm>
            <a:off x="7794304" y="2722076"/>
            <a:ext cx="42732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rgbClr val="FF0000"/>
                </a:solidFill>
              </a:rPr>
              <a:t>IN PROGRESS</a:t>
            </a:r>
          </a:p>
          <a:p>
            <a:pPr algn="ctr"/>
            <a:r>
              <a:rPr lang="de-DE" sz="2800" b="1" dirty="0">
                <a:solidFill>
                  <a:srgbClr val="FF0000"/>
                </a:solidFill>
              </a:rPr>
              <a:t>-&gt; New </a:t>
            </a:r>
            <a:r>
              <a:rPr lang="de-DE" sz="2800" b="1" dirty="0" err="1">
                <a:solidFill>
                  <a:srgbClr val="FF0000"/>
                </a:solidFill>
              </a:rPr>
              <a:t>screenshot</a:t>
            </a:r>
            <a:r>
              <a:rPr lang="de-DE" sz="2800" b="1" dirty="0">
                <a:solidFill>
                  <a:srgbClr val="FF0000"/>
                </a:solidFill>
              </a:rPr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03060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A8A903D-FB82-34B4-90AC-59FB0CD2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428" y="876300"/>
            <a:ext cx="3915695" cy="5511544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2A4DE08-20B2-CA3B-B51C-3FC96AB6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792" y="126978"/>
            <a:ext cx="4292965" cy="554575"/>
          </a:xfrm>
        </p:spPr>
        <p:txBody>
          <a:bodyPr>
            <a:normAutofit fontScale="90000"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Sample Poster -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Overview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8" name="Grafik 7" descr="Logo des Profilbereichs Modeling &amp; Simulation Sciences">
            <a:extLst>
              <a:ext uri="{FF2B5EF4-FFF2-40B4-BE49-F238E27FC236}">
                <a16:creationId xmlns:a16="http://schemas.microsoft.com/office/drawing/2014/main" id="{4602EFF3-50BC-3A82-6927-5B9E62040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A03192A-82CC-05B0-D67C-FCC3C1F5C3BF}"/>
              </a:ext>
            </a:extLst>
          </p:cNvPr>
          <p:cNvGrpSpPr/>
          <p:nvPr/>
        </p:nvGrpSpPr>
        <p:grpSpPr>
          <a:xfrm>
            <a:off x="7670423" y="1237734"/>
            <a:ext cx="2244133" cy="369332"/>
            <a:chOff x="7480300" y="1440934"/>
            <a:chExt cx="2244133" cy="369332"/>
          </a:xfrm>
        </p:grpSpPr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0C0AF76F-940D-B55D-A808-0E5B68D358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04AE34E-B810-6033-C462-E33785FA88C6}"/>
                </a:ext>
              </a:extLst>
            </p:cNvPr>
            <p:cNvSpPr txBox="1"/>
            <p:nvPr/>
          </p:nvSpPr>
          <p:spPr>
            <a:xfrm>
              <a:off x="8229600" y="1440934"/>
              <a:ext cx="1494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Logo of Chair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8E70CAF-BF95-AFBB-F3D9-2F0F51AE7578}"/>
              </a:ext>
            </a:extLst>
          </p:cNvPr>
          <p:cNvGrpSpPr/>
          <p:nvPr/>
        </p:nvGrpSpPr>
        <p:grpSpPr>
          <a:xfrm>
            <a:off x="840079" y="628650"/>
            <a:ext cx="3115594" cy="369332"/>
            <a:chOff x="7895306" y="1460500"/>
            <a:chExt cx="3115594" cy="369332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BECAC74D-0155-CC0A-9309-9E4A9F17B35F}"/>
                </a:ext>
              </a:extLst>
            </p:cNvPr>
            <p:cNvCxnSpPr>
              <a:cxnSpLocks/>
            </p:cNvCxnSpPr>
            <p:nvPr/>
          </p:nvCxnSpPr>
          <p:spPr>
            <a:xfrm>
              <a:off x="9861550" y="1708150"/>
              <a:ext cx="1149350" cy="10211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9A38EE8-7ACC-075D-762F-1A5F6A5AF74C}"/>
                </a:ext>
              </a:extLst>
            </p:cNvPr>
            <p:cNvSpPr txBox="1"/>
            <p:nvPr/>
          </p:nvSpPr>
          <p:spPr>
            <a:xfrm>
              <a:off x="7895306" y="1460500"/>
              <a:ext cx="19662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Name of Software</a:t>
              </a:r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7876D07-4AA1-D160-A4E5-BC656E224AA6}"/>
              </a:ext>
            </a:extLst>
          </p:cNvPr>
          <p:cNvCxnSpPr>
            <a:cxnSpLocks/>
          </p:cNvCxnSpPr>
          <p:nvPr/>
        </p:nvCxnSpPr>
        <p:spPr>
          <a:xfrm>
            <a:off x="2710153" y="1387475"/>
            <a:ext cx="1149350" cy="102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EE50BE0F-2BF4-B9CD-FBEB-EB257D6DFE8C}"/>
              </a:ext>
            </a:extLst>
          </p:cNvPr>
          <p:cNvSpPr txBox="1"/>
          <p:nvPr/>
        </p:nvSpPr>
        <p:spPr>
          <a:xfrm>
            <a:off x="761840" y="1167884"/>
            <a:ext cx="184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Authors</a:t>
            </a:r>
            <a:r>
              <a:rPr lang="de-DE" dirty="0"/>
              <a:t>, </a:t>
            </a:r>
            <a:r>
              <a:rPr lang="de-DE" dirty="0" err="1"/>
              <a:t>name</a:t>
            </a:r>
            <a:r>
              <a:rPr lang="de-DE" dirty="0"/>
              <a:t> of </a:t>
            </a:r>
            <a:r>
              <a:rPr lang="de-DE" dirty="0" err="1"/>
              <a:t>chair</a:t>
            </a:r>
            <a:r>
              <a:rPr lang="de-DE" dirty="0"/>
              <a:t>, </a:t>
            </a:r>
            <a:r>
              <a:rPr lang="de-DE" dirty="0" err="1"/>
              <a:t>etc</a:t>
            </a:r>
            <a:r>
              <a:rPr lang="de-DE" dirty="0"/>
              <a:t> …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CD096A2B-F924-9ED9-C705-7F494384881B}"/>
              </a:ext>
            </a:extLst>
          </p:cNvPr>
          <p:cNvGrpSpPr/>
          <p:nvPr/>
        </p:nvGrpSpPr>
        <p:grpSpPr>
          <a:xfrm>
            <a:off x="7460873" y="2057916"/>
            <a:ext cx="4302773" cy="369332"/>
            <a:chOff x="7480300" y="1440934"/>
            <a:chExt cx="4302773" cy="369332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60F1611E-5188-A224-4CB4-F32DE34DB7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B0C5CF5-CF75-5664-9288-6A9780AB8916}"/>
                </a:ext>
              </a:extLst>
            </p:cNvPr>
            <p:cNvSpPr txBox="1"/>
            <p:nvPr/>
          </p:nvSpPr>
          <p:spPr>
            <a:xfrm>
              <a:off x="8229600" y="1440934"/>
              <a:ext cx="3553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Catchphrase</a:t>
              </a:r>
              <a:r>
                <a:rPr lang="de-DE" dirty="0"/>
                <a:t> to </a:t>
              </a:r>
              <a:r>
                <a:rPr lang="de-DE" dirty="0" err="1"/>
                <a:t>get</a:t>
              </a:r>
              <a:r>
                <a:rPr lang="de-DE" dirty="0"/>
                <a:t> </a:t>
              </a:r>
              <a:r>
                <a:rPr lang="de-DE" dirty="0" err="1"/>
                <a:t>reader</a:t>
              </a:r>
              <a:r>
                <a:rPr lang="de-DE" dirty="0"/>
                <a:t> </a:t>
              </a:r>
              <a:r>
                <a:rPr lang="de-DE" dirty="0" err="1"/>
                <a:t>hooked</a:t>
              </a:r>
              <a:endParaRPr lang="de-DE" dirty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5B90B8A-B646-6CE1-E63E-2E3D17745A3C}"/>
              </a:ext>
            </a:extLst>
          </p:cNvPr>
          <p:cNvGrpSpPr/>
          <p:nvPr/>
        </p:nvGrpSpPr>
        <p:grpSpPr>
          <a:xfrm>
            <a:off x="7460873" y="2675127"/>
            <a:ext cx="2290684" cy="369332"/>
            <a:chOff x="7480300" y="1440934"/>
            <a:chExt cx="2290684" cy="369332"/>
          </a:xfrm>
        </p:grpSpPr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4ED93D60-2C76-01D8-A904-15D475AFB4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1555750"/>
              <a:ext cx="749300" cy="698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8616F5A-5888-47A9-2938-CCEBDC31C0CE}"/>
                </a:ext>
              </a:extLst>
            </p:cNvPr>
            <p:cNvSpPr txBox="1"/>
            <p:nvPr/>
          </p:nvSpPr>
          <p:spPr>
            <a:xfrm>
              <a:off x="8229600" y="1440934"/>
              <a:ext cx="1541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Software logo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F16EBE8F-E812-A9D4-D83E-AF17F2C72EC1}"/>
              </a:ext>
            </a:extLst>
          </p:cNvPr>
          <p:cNvGrpSpPr/>
          <p:nvPr/>
        </p:nvGrpSpPr>
        <p:grpSpPr>
          <a:xfrm>
            <a:off x="6241673" y="3354348"/>
            <a:ext cx="4854458" cy="369332"/>
            <a:chOff x="6337300" y="1440934"/>
            <a:chExt cx="4854458" cy="369332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2D7580B8-90B8-D477-0902-8D371D1CB1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37300" y="1440934"/>
              <a:ext cx="1892300" cy="18466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E7C82B2-E432-FA17-A9F9-47909D09548B}"/>
                </a:ext>
              </a:extLst>
            </p:cNvPr>
            <p:cNvSpPr txBox="1"/>
            <p:nvPr/>
          </p:nvSpPr>
          <p:spPr>
            <a:xfrm>
              <a:off x="8229600" y="1440934"/>
              <a:ext cx="29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QR code to </a:t>
              </a:r>
              <a:r>
                <a:rPr lang="de-DE" dirty="0" err="1"/>
                <a:t>access</a:t>
              </a:r>
              <a:r>
                <a:rPr lang="de-DE" dirty="0"/>
                <a:t>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C6709645-8859-CAE5-1FED-4F042C111281}"/>
              </a:ext>
            </a:extLst>
          </p:cNvPr>
          <p:cNvGrpSpPr/>
          <p:nvPr/>
        </p:nvGrpSpPr>
        <p:grpSpPr>
          <a:xfrm>
            <a:off x="7489448" y="4512857"/>
            <a:ext cx="3565524" cy="646331"/>
            <a:chOff x="6308725" y="1394190"/>
            <a:chExt cx="3565524" cy="646331"/>
          </a:xfrm>
        </p:grpSpPr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AE451C80-804C-B0D2-DF25-DA2DBA4C50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725" y="1447284"/>
              <a:ext cx="720725" cy="848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7396EA7C-09C5-639F-CFB7-960C3863E00A}"/>
                </a:ext>
              </a:extLst>
            </p:cNvPr>
            <p:cNvSpPr txBox="1"/>
            <p:nvPr/>
          </p:nvSpPr>
          <p:spPr>
            <a:xfrm>
              <a:off x="7092950" y="1394190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Box to </a:t>
              </a:r>
              <a:r>
                <a:rPr lang="de-DE" dirty="0" err="1"/>
                <a:t>show</a:t>
              </a:r>
              <a:r>
                <a:rPr lang="de-DE" dirty="0"/>
                <a:t> </a:t>
              </a:r>
              <a:r>
                <a:rPr lang="de-DE" dirty="0" err="1"/>
                <a:t>example</a:t>
              </a:r>
              <a:r>
                <a:rPr lang="de-DE" dirty="0"/>
                <a:t> </a:t>
              </a:r>
              <a:r>
                <a:rPr lang="de-DE" dirty="0" err="1"/>
                <a:t>use</a:t>
              </a:r>
              <a:r>
                <a:rPr lang="de-DE" dirty="0"/>
                <a:t> </a:t>
              </a:r>
              <a:r>
                <a:rPr lang="de-DE" dirty="0" err="1"/>
                <a:t>case</a:t>
              </a:r>
              <a:r>
                <a:rPr lang="de-DE" dirty="0"/>
                <a:t> for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B989011-C65A-54A4-6856-53B58E0B8F3A}"/>
              </a:ext>
            </a:extLst>
          </p:cNvPr>
          <p:cNvGrpSpPr/>
          <p:nvPr/>
        </p:nvGrpSpPr>
        <p:grpSpPr>
          <a:xfrm>
            <a:off x="344111" y="3919620"/>
            <a:ext cx="3702788" cy="646331"/>
            <a:chOff x="7161212" y="1447284"/>
            <a:chExt cx="3702788" cy="646331"/>
          </a:xfrm>
        </p:grpSpPr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8CD96D1F-6E82-3F37-5398-84FFEA8101EC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774" y="1717355"/>
              <a:ext cx="853226" cy="1288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0BFC859E-B5A3-9913-6408-8C8669047BEB}"/>
                </a:ext>
              </a:extLst>
            </p:cNvPr>
            <p:cNvSpPr txBox="1"/>
            <p:nvPr/>
          </p:nvSpPr>
          <p:spPr>
            <a:xfrm>
              <a:off x="7161212" y="1447284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Box to highlight </a:t>
              </a:r>
              <a:r>
                <a:rPr lang="de-DE" dirty="0" err="1"/>
                <a:t>purpose</a:t>
              </a:r>
              <a:r>
                <a:rPr lang="de-DE" dirty="0"/>
                <a:t> of </a:t>
              </a:r>
              <a:r>
                <a:rPr lang="de-DE" dirty="0" err="1"/>
                <a:t>software</a:t>
              </a:r>
              <a:endParaRPr lang="de-DE" dirty="0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A9CE8140-3E51-E3B3-0C6D-93E40AB6F95E}"/>
              </a:ext>
            </a:extLst>
          </p:cNvPr>
          <p:cNvGrpSpPr/>
          <p:nvPr/>
        </p:nvGrpSpPr>
        <p:grpSpPr>
          <a:xfrm>
            <a:off x="541882" y="5499784"/>
            <a:ext cx="3413791" cy="646331"/>
            <a:chOff x="7161212" y="1447284"/>
            <a:chExt cx="3413791" cy="646331"/>
          </a:xfrm>
        </p:grpSpPr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C59055C5-1809-46C5-706D-E45D87C6044D}"/>
                </a:ext>
              </a:extLst>
            </p:cNvPr>
            <p:cNvCxnSpPr>
              <a:cxnSpLocks/>
            </p:cNvCxnSpPr>
            <p:nvPr/>
          </p:nvCxnSpPr>
          <p:spPr>
            <a:xfrm>
              <a:off x="10010774" y="1717355"/>
              <a:ext cx="56422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BFA4FE7-8EC0-F4B4-9EA3-2000C6D06F6D}"/>
                </a:ext>
              </a:extLst>
            </p:cNvPr>
            <p:cNvSpPr txBox="1"/>
            <p:nvPr/>
          </p:nvSpPr>
          <p:spPr>
            <a:xfrm>
              <a:off x="7161212" y="1447284"/>
              <a:ext cx="2781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Citation</a:t>
              </a:r>
              <a:r>
                <a:rPr lang="de-DE" dirty="0"/>
                <a:t> of </a:t>
              </a:r>
              <a:r>
                <a:rPr lang="de-DE" dirty="0" err="1"/>
                <a:t>software</a:t>
              </a:r>
              <a:r>
                <a:rPr lang="de-DE" dirty="0"/>
                <a:t> </a:t>
              </a:r>
              <a:r>
                <a:rPr lang="de-DE" dirty="0" err="1"/>
                <a:t>publication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000672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7737-BBE6-DFA0-CDE3-F8E738C7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953571C-8C23-FE83-BD72-0666F882B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05" y="1079500"/>
            <a:ext cx="3915695" cy="5511544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BDAD4982-3478-658B-C3A9-A0662CC0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974" y="-10332"/>
            <a:ext cx="4528355" cy="554575"/>
          </a:xfrm>
        </p:spPr>
        <p:txBody>
          <a:bodyPr>
            <a:normAutofit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Sample Poster – Division</a:t>
            </a:r>
          </a:p>
        </p:txBody>
      </p:sp>
      <p:pic>
        <p:nvPicPr>
          <p:cNvPr id="17" name="Grafik 16" descr="Logo des Profilbereichs Modeling &amp; Simulation Sciences">
            <a:extLst>
              <a:ext uri="{FF2B5EF4-FFF2-40B4-BE49-F238E27FC236}">
                <a16:creationId xmlns:a16="http://schemas.microsoft.com/office/drawing/2014/main" id="{DCF5CD59-48F9-9B76-B9CD-88A6924BC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467" y="6243899"/>
            <a:ext cx="2298073" cy="559491"/>
          </a:xfrm>
          <a:prstGeom prst="rect">
            <a:avLst/>
          </a:prstGeom>
        </p:spPr>
      </p:pic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A4226619-D339-1855-D8AB-0DB83B6071EB}"/>
              </a:ext>
            </a:extLst>
          </p:cNvPr>
          <p:cNvSpPr/>
          <p:nvPr/>
        </p:nvSpPr>
        <p:spPr>
          <a:xfrm>
            <a:off x="3143250" y="1079500"/>
            <a:ext cx="463550" cy="8318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4B50ECD-8FDE-597A-2092-1A3913C911D3}"/>
              </a:ext>
            </a:extLst>
          </p:cNvPr>
          <p:cNvSpPr txBox="1"/>
          <p:nvPr/>
        </p:nvSpPr>
        <p:spPr>
          <a:xfrm>
            <a:off x="2013872" y="1265019"/>
            <a:ext cx="1094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Title Box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8D5DE31-ADD1-A11A-3043-81F95DFFD2DA}"/>
              </a:ext>
            </a:extLst>
          </p:cNvPr>
          <p:cNvSpPr txBox="1"/>
          <p:nvPr/>
        </p:nvSpPr>
        <p:spPr>
          <a:xfrm>
            <a:off x="3794273" y="442539"/>
            <a:ext cx="3825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Names as </a:t>
            </a:r>
            <a:r>
              <a:rPr lang="de-DE" dirty="0" err="1"/>
              <a:t>used</a:t>
            </a:r>
            <a:r>
              <a:rPr lang="de-DE" dirty="0"/>
              <a:t> in the typst </a:t>
            </a:r>
            <a:r>
              <a:rPr lang="de-DE" dirty="0" err="1"/>
              <a:t>template</a:t>
            </a:r>
            <a:endParaRPr lang="de-DE" dirty="0"/>
          </a:p>
        </p:txBody>
      </p:sp>
      <p:sp>
        <p:nvSpPr>
          <p:cNvPr id="40" name="Geschweifte Klammer links 39">
            <a:extLst>
              <a:ext uri="{FF2B5EF4-FFF2-40B4-BE49-F238E27FC236}">
                <a16:creationId xmlns:a16="http://schemas.microsoft.com/office/drawing/2014/main" id="{FE6BD94F-256B-5C47-5554-5F71871C6E38}"/>
              </a:ext>
            </a:extLst>
          </p:cNvPr>
          <p:cNvSpPr/>
          <p:nvPr/>
        </p:nvSpPr>
        <p:spPr>
          <a:xfrm>
            <a:off x="3108326" y="2019300"/>
            <a:ext cx="463550" cy="19177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EDB43ED-C398-3AD4-BE2D-0E247055FAF2}"/>
              </a:ext>
            </a:extLst>
          </p:cNvPr>
          <p:cNvSpPr txBox="1"/>
          <p:nvPr/>
        </p:nvSpPr>
        <p:spPr>
          <a:xfrm>
            <a:off x="1085850" y="2793484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Software Logo Box</a:t>
            </a:r>
          </a:p>
        </p:txBody>
      </p:sp>
      <p:sp>
        <p:nvSpPr>
          <p:cNvPr id="47" name="Geschweifte Klammer links 46">
            <a:extLst>
              <a:ext uri="{FF2B5EF4-FFF2-40B4-BE49-F238E27FC236}">
                <a16:creationId xmlns:a16="http://schemas.microsoft.com/office/drawing/2014/main" id="{B38CDBA5-7644-1D7C-F513-546E6C900AD1}"/>
              </a:ext>
            </a:extLst>
          </p:cNvPr>
          <p:cNvSpPr/>
          <p:nvPr/>
        </p:nvSpPr>
        <p:spPr>
          <a:xfrm>
            <a:off x="3115137" y="3835272"/>
            <a:ext cx="463550" cy="1917700"/>
          </a:xfrm>
          <a:prstGeom prst="leftBrac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Geschweifte Klammer links 50">
            <a:extLst>
              <a:ext uri="{FF2B5EF4-FFF2-40B4-BE49-F238E27FC236}">
                <a16:creationId xmlns:a16="http://schemas.microsoft.com/office/drawing/2014/main" id="{4AED358C-F0F1-BF2F-CFA1-C9B8B0ABDEBB}"/>
              </a:ext>
            </a:extLst>
          </p:cNvPr>
          <p:cNvSpPr/>
          <p:nvPr/>
        </p:nvSpPr>
        <p:spPr>
          <a:xfrm>
            <a:off x="3115137" y="5778501"/>
            <a:ext cx="463550" cy="7620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52D820C2-0A24-E833-13E1-691B3944DB76}"/>
              </a:ext>
            </a:extLst>
          </p:cNvPr>
          <p:cNvSpPr txBox="1"/>
          <p:nvPr/>
        </p:nvSpPr>
        <p:spPr>
          <a:xfrm>
            <a:off x="1438966" y="4609456"/>
            <a:ext cx="17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Content Boxes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AA85426-56DF-99AB-B66F-B5AF85D0EED5}"/>
              </a:ext>
            </a:extLst>
          </p:cNvPr>
          <p:cNvSpPr txBox="1"/>
          <p:nvPr/>
        </p:nvSpPr>
        <p:spPr>
          <a:xfrm>
            <a:off x="1685926" y="5983914"/>
            <a:ext cx="175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Bottom Box</a:t>
            </a:r>
          </a:p>
        </p:txBody>
      </p:sp>
    </p:spTree>
    <p:extLst>
      <p:ext uri="{BB962C8B-B14F-4D97-AF65-F5344CB8AC3E}">
        <p14:creationId xmlns:p14="http://schemas.microsoft.com/office/powerpoint/2010/main" val="423960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067FC7B-B213-628F-A62C-07D52FE3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78"/>
          <a:stretch>
            <a:fillRect/>
          </a:stretch>
        </p:blipFill>
        <p:spPr>
          <a:xfrm>
            <a:off x="401598" y="318752"/>
            <a:ext cx="5908667" cy="64493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ADCDB57-BB0C-4DD8-D01D-EF98A0E8C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729" y="787642"/>
            <a:ext cx="3915695" cy="5511544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53B8E5E-5A49-37F8-90E8-A66C67920ED1}"/>
              </a:ext>
            </a:extLst>
          </p:cNvPr>
          <p:cNvCxnSpPr>
            <a:cxnSpLocks/>
            <a:stCxn id="25" idx="1"/>
          </p:cNvCxnSpPr>
          <p:nvPr/>
        </p:nvCxnSpPr>
        <p:spPr>
          <a:xfrm flipV="1">
            <a:off x="5639590" y="1231261"/>
            <a:ext cx="1594129" cy="431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CB8E1E3-B796-98EB-77BD-6959B1AAB29D}"/>
              </a:ext>
            </a:extLst>
          </p:cNvPr>
          <p:cNvCxnSpPr>
            <a:cxnSpLocks/>
          </p:cNvCxnSpPr>
          <p:nvPr/>
        </p:nvCxnSpPr>
        <p:spPr>
          <a:xfrm>
            <a:off x="6277069" y="2667995"/>
            <a:ext cx="1020412" cy="208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D0C0141-D86A-F8C5-7DFE-34D4028C9D74}"/>
              </a:ext>
            </a:extLst>
          </p:cNvPr>
          <p:cNvCxnSpPr>
            <a:cxnSpLocks/>
            <a:stCxn id="22" idx="1"/>
          </p:cNvCxnSpPr>
          <p:nvPr/>
        </p:nvCxnSpPr>
        <p:spPr>
          <a:xfrm flipV="1">
            <a:off x="6458139" y="4382746"/>
            <a:ext cx="556716" cy="54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451FD46-0122-3C36-2A18-7D1C736066E8}"/>
              </a:ext>
            </a:extLst>
          </p:cNvPr>
          <p:cNvCxnSpPr>
            <a:cxnSpLocks/>
          </p:cNvCxnSpPr>
          <p:nvPr/>
        </p:nvCxnSpPr>
        <p:spPr>
          <a:xfrm flipV="1">
            <a:off x="3150606" y="5748940"/>
            <a:ext cx="4012123" cy="2987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EB71193-0803-7CE0-E326-45744A1697EA}"/>
              </a:ext>
            </a:extLst>
          </p:cNvPr>
          <p:cNvCxnSpPr>
            <a:cxnSpLocks/>
          </p:cNvCxnSpPr>
          <p:nvPr/>
        </p:nvCxnSpPr>
        <p:spPr>
          <a:xfrm flipV="1">
            <a:off x="3022348" y="6121892"/>
            <a:ext cx="6366096" cy="4695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BC2C03A6-575D-0885-B9AF-A7275BAEF8F3}"/>
              </a:ext>
            </a:extLst>
          </p:cNvPr>
          <p:cNvSpPr/>
          <p:nvPr/>
        </p:nvSpPr>
        <p:spPr>
          <a:xfrm>
            <a:off x="6096000" y="3377812"/>
            <a:ext cx="362139" cy="2118511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Geschweifte Klammer rechts 24">
            <a:extLst>
              <a:ext uri="{FF2B5EF4-FFF2-40B4-BE49-F238E27FC236}">
                <a16:creationId xmlns:a16="http://schemas.microsoft.com/office/drawing/2014/main" id="{91256032-FB9E-8B86-FDFB-843515EF2D05}"/>
              </a:ext>
            </a:extLst>
          </p:cNvPr>
          <p:cNvSpPr/>
          <p:nvPr/>
        </p:nvSpPr>
        <p:spPr>
          <a:xfrm>
            <a:off x="5277451" y="1424904"/>
            <a:ext cx="362139" cy="476314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Geschweifte Klammer rechts 27">
            <a:extLst>
              <a:ext uri="{FF2B5EF4-FFF2-40B4-BE49-F238E27FC236}">
                <a16:creationId xmlns:a16="http://schemas.microsoft.com/office/drawing/2014/main" id="{4EB766A6-1C35-5FAE-B500-A9BAFA20C325}"/>
              </a:ext>
            </a:extLst>
          </p:cNvPr>
          <p:cNvSpPr/>
          <p:nvPr/>
        </p:nvSpPr>
        <p:spPr>
          <a:xfrm>
            <a:off x="5914930" y="2190930"/>
            <a:ext cx="362139" cy="99588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itel 1">
            <a:extLst>
              <a:ext uri="{FF2B5EF4-FFF2-40B4-BE49-F238E27FC236}">
                <a16:creationId xmlns:a16="http://schemas.microsoft.com/office/drawing/2014/main" id="{AEB4A2AA-36E9-3226-C4F5-DB5B8CE9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069" y="107035"/>
            <a:ext cx="4528355" cy="554575"/>
          </a:xfrm>
        </p:spPr>
        <p:txBody>
          <a:bodyPr>
            <a:normAutofit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Global Variables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0DA3FF-48B0-3EFD-9EAF-6C2A5484D3C9}"/>
              </a:ext>
            </a:extLst>
          </p:cNvPr>
          <p:cNvSpPr txBox="1"/>
          <p:nvPr/>
        </p:nvSpPr>
        <p:spPr>
          <a:xfrm>
            <a:off x="6458139" y="6429604"/>
            <a:ext cx="3196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rgbClr val="FF0000"/>
                </a:solidFill>
              </a:rPr>
              <a:t>It </a:t>
            </a:r>
            <a:r>
              <a:rPr lang="de-DE" sz="1000" dirty="0" err="1">
                <a:solidFill>
                  <a:srgbClr val="FF0000"/>
                </a:solidFill>
              </a:rPr>
              <a:t>is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recommended</a:t>
            </a:r>
            <a:r>
              <a:rPr lang="de-DE" sz="1000" dirty="0">
                <a:solidFill>
                  <a:srgbClr val="FF0000"/>
                </a:solidFill>
              </a:rPr>
              <a:t> to </a:t>
            </a:r>
            <a:r>
              <a:rPr lang="de-DE" sz="1000" dirty="0" err="1">
                <a:solidFill>
                  <a:srgbClr val="FF0000"/>
                </a:solidFill>
              </a:rPr>
              <a:t>keep</a:t>
            </a:r>
            <a:r>
              <a:rPr lang="de-DE" sz="1000" dirty="0">
                <a:solidFill>
                  <a:srgbClr val="FF0000"/>
                </a:solidFill>
              </a:rPr>
              <a:t> the global variables for </a:t>
            </a:r>
            <a:r>
              <a:rPr lang="de-DE" sz="1000" dirty="0" err="1">
                <a:solidFill>
                  <a:srgbClr val="FF0000"/>
                </a:solidFill>
              </a:rPr>
              <a:t>colors</a:t>
            </a:r>
            <a:r>
              <a:rPr lang="de-DE" sz="1000" dirty="0">
                <a:solidFill>
                  <a:srgbClr val="FF0000"/>
                </a:solidFill>
              </a:rPr>
              <a:t> and </a:t>
            </a:r>
            <a:r>
              <a:rPr lang="de-DE" sz="1000" dirty="0" err="1">
                <a:solidFill>
                  <a:srgbClr val="FF0000"/>
                </a:solidFill>
              </a:rPr>
              <a:t>format</a:t>
            </a:r>
            <a:r>
              <a:rPr lang="de-DE" sz="1000" dirty="0">
                <a:solidFill>
                  <a:srgbClr val="FF0000"/>
                </a:solidFill>
              </a:rPr>
              <a:t> </a:t>
            </a:r>
            <a:r>
              <a:rPr lang="de-DE" sz="1000" dirty="0" err="1">
                <a:solidFill>
                  <a:srgbClr val="FF0000"/>
                </a:solidFill>
              </a:rPr>
              <a:t>unchanged</a:t>
            </a:r>
            <a:r>
              <a:rPr lang="de-DE" sz="1000" dirty="0">
                <a:solidFill>
                  <a:srgbClr val="FF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489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BA44-D0E2-F705-5A0F-0D55252E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2A11528-4D8A-3551-2F40-6C326BD69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88" y="706288"/>
            <a:ext cx="7226414" cy="3047283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0E805E7F-B45D-DB25-DE8D-6974F4F7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069" y="107035"/>
            <a:ext cx="4528355" cy="554575"/>
          </a:xfrm>
        </p:spPr>
        <p:txBody>
          <a:bodyPr>
            <a:normAutofit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Title Box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41E24C68-AAA0-23C8-0C78-05431CAF913A}"/>
              </a:ext>
            </a:extLst>
          </p:cNvPr>
          <p:cNvCxnSpPr>
            <a:cxnSpLocks/>
          </p:cNvCxnSpPr>
          <p:nvPr/>
        </p:nvCxnSpPr>
        <p:spPr>
          <a:xfrm flipH="1">
            <a:off x="3369328" y="3125114"/>
            <a:ext cx="5857222" cy="16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7EAD2F98-1827-4E12-D815-272A8EC871F5}"/>
              </a:ext>
            </a:extLst>
          </p:cNvPr>
          <p:cNvSpPr txBox="1"/>
          <p:nvPr/>
        </p:nvSpPr>
        <p:spPr>
          <a:xfrm>
            <a:off x="8162322" y="3257716"/>
            <a:ext cx="413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Insert </a:t>
            </a:r>
            <a:r>
              <a:rPr lang="de-DE" dirty="0" err="1"/>
              <a:t>path</a:t>
            </a:r>
            <a:r>
              <a:rPr lang="de-DE" dirty="0"/>
              <a:t> to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chair</a:t>
            </a:r>
            <a:r>
              <a:rPr lang="de-DE" dirty="0"/>
              <a:t>/</a:t>
            </a:r>
            <a:r>
              <a:rPr lang="de-DE" dirty="0" err="1"/>
              <a:t>institute</a:t>
            </a:r>
            <a:r>
              <a:rPr lang="de-DE" dirty="0"/>
              <a:t> logo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A7B5752-3FBD-083F-4938-42FA6107C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289" t="2068" r="2235" b="85748"/>
          <a:stretch>
            <a:fillRect/>
          </a:stretch>
        </p:blipFill>
        <p:spPr>
          <a:xfrm>
            <a:off x="9360089" y="1893689"/>
            <a:ext cx="1354248" cy="132893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56631B93-FD8F-95E3-CDCD-E73DE01B7D43}"/>
              </a:ext>
            </a:extLst>
          </p:cNvPr>
          <p:cNvSpPr txBox="1"/>
          <p:nvPr/>
        </p:nvSpPr>
        <p:spPr>
          <a:xfrm>
            <a:off x="613548" y="4799300"/>
            <a:ext cx="1160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 the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it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like, </a:t>
            </a:r>
            <a:r>
              <a:rPr lang="de-DE" dirty="0" err="1"/>
              <a:t>if</a:t>
            </a:r>
            <a:r>
              <a:rPr lang="de-DE" dirty="0"/>
              <a:t> the logo </a:t>
            </a:r>
            <a:r>
              <a:rPr lang="de-DE" dirty="0" err="1"/>
              <a:t>had</a:t>
            </a:r>
            <a:r>
              <a:rPr lang="de-DE" dirty="0"/>
              <a:t> a different </a:t>
            </a:r>
            <a:r>
              <a:rPr lang="de-DE" dirty="0" err="1"/>
              <a:t>colored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: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2DBAEF5A-DAE2-CD30-F814-EE183431285C}"/>
              </a:ext>
            </a:extLst>
          </p:cNvPr>
          <p:cNvGrpSpPr/>
          <p:nvPr/>
        </p:nvGrpSpPr>
        <p:grpSpPr>
          <a:xfrm>
            <a:off x="2037718" y="5213310"/>
            <a:ext cx="3005071" cy="1526112"/>
            <a:chOff x="1457608" y="5331888"/>
            <a:chExt cx="3005071" cy="1526112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A79E76B-6EB7-136F-9207-D7EADD976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2724" y="5745898"/>
              <a:ext cx="961542" cy="1001369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8F346DC-0EE4-9296-1386-2BBAFC542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8974" y="5745898"/>
              <a:ext cx="961542" cy="961542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A7809688-DE08-235B-E505-983A15E0A0FD}"/>
                </a:ext>
              </a:extLst>
            </p:cNvPr>
            <p:cNvSpPr txBox="1"/>
            <p:nvPr/>
          </p:nvSpPr>
          <p:spPr>
            <a:xfrm>
              <a:off x="1732874" y="5343994"/>
              <a:ext cx="664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Logo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1E2AD645-EF10-21C9-D2AC-A253DF28FB66}"/>
                </a:ext>
              </a:extLst>
            </p:cNvPr>
            <p:cNvSpPr txBox="1"/>
            <p:nvPr/>
          </p:nvSpPr>
          <p:spPr>
            <a:xfrm>
              <a:off x="3301720" y="5331888"/>
              <a:ext cx="11609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On Poster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F6998BE1-2612-21F8-621E-EB02AB52449B}"/>
                </a:ext>
              </a:extLst>
            </p:cNvPr>
            <p:cNvSpPr/>
            <p:nvPr/>
          </p:nvSpPr>
          <p:spPr>
            <a:xfrm>
              <a:off x="1457608" y="5331888"/>
              <a:ext cx="3005071" cy="15261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2B3613DE-4471-5D68-BD86-92B45062FB32}"/>
              </a:ext>
            </a:extLst>
          </p:cNvPr>
          <p:cNvSpPr txBox="1"/>
          <p:nvPr/>
        </p:nvSpPr>
        <p:spPr>
          <a:xfrm>
            <a:off x="6001437" y="5641453"/>
            <a:ext cx="5291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>
                <a:solidFill>
                  <a:srgbClr val="FF0000"/>
                </a:solidFill>
              </a:rPr>
              <a:t>You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can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use</a:t>
            </a:r>
            <a:r>
              <a:rPr lang="de-DE" sz="1400" dirty="0">
                <a:solidFill>
                  <a:srgbClr val="FF0000"/>
                </a:solidFill>
              </a:rPr>
              <a:t> the </a:t>
            </a:r>
            <a:r>
              <a:rPr lang="de-DE" sz="1400" dirty="0" err="1">
                <a:solidFill>
                  <a:srgbClr val="FF0000"/>
                </a:solidFill>
              </a:rPr>
              <a:t>next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slide</a:t>
            </a:r>
            <a:r>
              <a:rPr lang="de-DE" sz="1400" dirty="0">
                <a:solidFill>
                  <a:srgbClr val="FF0000"/>
                </a:solidFill>
              </a:rPr>
              <a:t> to </a:t>
            </a:r>
            <a:r>
              <a:rPr lang="de-DE" sz="1400" dirty="0" err="1">
                <a:solidFill>
                  <a:srgbClr val="FF0000"/>
                </a:solidFill>
              </a:rPr>
              <a:t>adjust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your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chairs</a:t>
            </a:r>
            <a:r>
              <a:rPr lang="de-DE" sz="1400" dirty="0">
                <a:solidFill>
                  <a:srgbClr val="FF0000"/>
                </a:solidFill>
              </a:rPr>
              <a:t> logo to fit the </a:t>
            </a:r>
            <a:r>
              <a:rPr lang="de-DE" sz="1400" dirty="0" err="1">
                <a:solidFill>
                  <a:srgbClr val="FF0000"/>
                </a:solidFill>
              </a:rPr>
              <a:t>circle</a:t>
            </a:r>
            <a:endParaRPr lang="de-DE" sz="1400" dirty="0">
              <a:solidFill>
                <a:srgbClr val="FF0000"/>
              </a:solidFill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334C3A0-0213-A4E5-5786-BE6F428CD760}"/>
              </a:ext>
            </a:extLst>
          </p:cNvPr>
          <p:cNvCxnSpPr>
            <a:cxnSpLocks/>
            <a:stCxn id="13" idx="1"/>
            <a:endCxn id="6" idx="1"/>
          </p:cNvCxnSpPr>
          <p:nvPr/>
        </p:nvCxnSpPr>
        <p:spPr>
          <a:xfrm flipH="1">
            <a:off x="7934539" y="846276"/>
            <a:ext cx="397107" cy="10547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141452B4-CFAD-7236-D8C3-D2CC34D6B2FE}"/>
              </a:ext>
            </a:extLst>
          </p:cNvPr>
          <p:cNvSpPr/>
          <p:nvPr/>
        </p:nvSpPr>
        <p:spPr>
          <a:xfrm>
            <a:off x="7572400" y="1206012"/>
            <a:ext cx="362139" cy="139011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67D69C0-9B8B-0A3C-40FF-230CD4AC288F}"/>
              </a:ext>
            </a:extLst>
          </p:cNvPr>
          <p:cNvSpPr txBox="1"/>
          <p:nvPr/>
        </p:nvSpPr>
        <p:spPr>
          <a:xfrm>
            <a:off x="8331646" y="661610"/>
            <a:ext cx="28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Adjust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software</a:t>
            </a:r>
            <a:endParaRPr lang="de-DE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EDC8352-33E1-61E3-0511-F44E31FAD781}"/>
              </a:ext>
            </a:extLst>
          </p:cNvPr>
          <p:cNvSpPr txBox="1"/>
          <p:nvPr/>
        </p:nvSpPr>
        <p:spPr>
          <a:xfrm>
            <a:off x="119515" y="4003313"/>
            <a:ext cx="11342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Image will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clipped</a:t>
            </a:r>
            <a:r>
              <a:rPr lang="de-DE" sz="1800" dirty="0"/>
              <a:t> to fit the </a:t>
            </a:r>
            <a:r>
              <a:rPr lang="de-DE" sz="1800" dirty="0" err="1"/>
              <a:t>circle</a:t>
            </a:r>
            <a:r>
              <a:rPr lang="de-DE" sz="1800" dirty="0"/>
              <a:t>. The Circle </a:t>
            </a:r>
            <a:r>
              <a:rPr lang="de-DE" sz="1800" dirty="0" err="1"/>
              <a:t>has</a:t>
            </a:r>
            <a:r>
              <a:rPr lang="de-DE" sz="1800" dirty="0"/>
              <a:t> a </a:t>
            </a:r>
            <a:r>
              <a:rPr lang="de-DE" sz="1800" dirty="0" err="1"/>
              <a:t>white</a:t>
            </a:r>
            <a:r>
              <a:rPr lang="de-DE" sz="1800" dirty="0"/>
              <a:t> </a:t>
            </a:r>
            <a:r>
              <a:rPr lang="de-DE" sz="1800" dirty="0" err="1"/>
              <a:t>background</a:t>
            </a:r>
            <a:r>
              <a:rPr lang="de-DE" sz="1800" dirty="0"/>
              <a:t>. It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recommended</a:t>
            </a:r>
            <a:r>
              <a:rPr lang="de-DE" sz="1800" dirty="0"/>
              <a:t> to also </a:t>
            </a:r>
            <a:r>
              <a:rPr lang="de-DE" sz="1800" dirty="0" err="1"/>
              <a:t>use</a:t>
            </a:r>
            <a:r>
              <a:rPr lang="de-DE" sz="1800" dirty="0"/>
              <a:t> a logo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white</a:t>
            </a:r>
            <a:r>
              <a:rPr lang="de-DE" sz="1800" dirty="0"/>
              <a:t> </a:t>
            </a:r>
            <a:r>
              <a:rPr lang="de-DE" sz="1800" dirty="0" err="1"/>
              <a:t>background</a:t>
            </a:r>
            <a:r>
              <a:rPr lang="de-DE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354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AD74-BF7F-3EFB-266E-E2351017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E5BB375-D00D-F74C-7E31-D8A8446E30EC}"/>
              </a:ext>
            </a:extLst>
          </p:cNvPr>
          <p:cNvGrpSpPr/>
          <p:nvPr/>
        </p:nvGrpSpPr>
        <p:grpSpPr>
          <a:xfrm>
            <a:off x="8314027" y="2107122"/>
            <a:ext cx="3024000" cy="3024000"/>
            <a:chOff x="4584000" y="1917000"/>
            <a:chExt cx="3024000" cy="3024000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E5A4A58E-AB10-3EDC-0E62-AE8CEEE4F759}"/>
                </a:ext>
              </a:extLst>
            </p:cNvPr>
            <p:cNvGrpSpPr/>
            <p:nvPr/>
          </p:nvGrpSpPr>
          <p:grpSpPr>
            <a:xfrm>
              <a:off x="4955243" y="2233328"/>
              <a:ext cx="2281513" cy="2391344"/>
              <a:chOff x="3550532" y="2905254"/>
              <a:chExt cx="1154885" cy="1200097"/>
            </a:xfrm>
          </p:grpSpPr>
          <p:pic>
            <p:nvPicPr>
              <p:cNvPr id="5" name="Grafik 4">
                <a:extLst>
                  <a:ext uri="{FF2B5EF4-FFF2-40B4-BE49-F238E27FC236}">
                    <a16:creationId xmlns:a16="http://schemas.microsoft.com/office/drawing/2014/main" id="{00552957-539F-02F5-9AC5-35209FD66B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2413" t="22768" r="83472" b="23833"/>
              <a:stretch>
                <a:fillRect/>
              </a:stretch>
            </p:blipFill>
            <p:spPr>
              <a:xfrm>
                <a:off x="3550532" y="2905254"/>
                <a:ext cx="1154885" cy="999366"/>
              </a:xfrm>
              <a:prstGeom prst="rect">
                <a:avLst/>
              </a:prstGeom>
            </p:spPr>
          </p:pic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AF54D38-9A98-B057-9E4B-2921A76F2336}"/>
                  </a:ext>
                </a:extLst>
              </p:cNvPr>
              <p:cNvSpPr txBox="1"/>
              <p:nvPr/>
            </p:nvSpPr>
            <p:spPr>
              <a:xfrm>
                <a:off x="3590464" y="3811881"/>
                <a:ext cx="1075020" cy="293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3200" dirty="0">
                    <a:solidFill>
                      <a:srgbClr val="8EBAE5"/>
                    </a:solidFill>
                    <a:latin typeface="Cooper Black" panose="0208090404030B020404" pitchFamily="18" charset="0"/>
                  </a:rPr>
                  <a:t>Software</a:t>
                </a:r>
              </a:p>
            </p:txBody>
          </p:sp>
        </p:grp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C766E25-1356-0406-8EF9-63FD50C67D52}"/>
                </a:ext>
              </a:extLst>
            </p:cNvPr>
            <p:cNvSpPr/>
            <p:nvPr/>
          </p:nvSpPr>
          <p:spPr>
            <a:xfrm>
              <a:off x="4584000" y="1917000"/>
              <a:ext cx="3024000" cy="302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E435DA02-4A3B-87AF-EB25-33F50201A583}"/>
              </a:ext>
            </a:extLst>
          </p:cNvPr>
          <p:cNvSpPr txBox="1">
            <a:spLocks/>
          </p:cNvSpPr>
          <p:nvPr/>
        </p:nvSpPr>
        <p:spPr>
          <a:xfrm>
            <a:off x="3243344" y="79874"/>
            <a:ext cx="4528355" cy="5545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Adjust</a:t>
            </a:r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Chair Logo to fit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template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68378E3-EA16-ED21-6DDC-827463FEB970}"/>
              </a:ext>
            </a:extLst>
          </p:cNvPr>
          <p:cNvSpPr txBox="1"/>
          <p:nvPr/>
        </p:nvSpPr>
        <p:spPr>
          <a:xfrm>
            <a:off x="393220" y="2423450"/>
            <a:ext cx="69409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How to </a:t>
            </a:r>
            <a:r>
              <a:rPr lang="de-DE" b="1" dirty="0" err="1"/>
              <a:t>make</a:t>
            </a:r>
            <a:r>
              <a:rPr lang="de-DE" b="1" dirty="0"/>
              <a:t> </a:t>
            </a:r>
            <a:r>
              <a:rPr lang="de-DE" b="1" dirty="0" err="1"/>
              <a:t>your</a:t>
            </a:r>
            <a:r>
              <a:rPr lang="de-DE" b="1" dirty="0"/>
              <a:t> logo fit the </a:t>
            </a:r>
            <a:r>
              <a:rPr lang="de-DE" b="1" dirty="0" err="1"/>
              <a:t>template</a:t>
            </a:r>
            <a:r>
              <a:rPr lang="de-DE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Replace</a:t>
            </a:r>
            <a:r>
              <a:rPr lang="de-DE" dirty="0"/>
              <a:t> MBD logo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logo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Place </a:t>
            </a:r>
            <a:r>
              <a:rPr lang="de-DE" dirty="0" err="1"/>
              <a:t>central</a:t>
            </a:r>
            <a:r>
              <a:rPr lang="de-DE" dirty="0"/>
              <a:t> in the </a:t>
            </a:r>
            <a:r>
              <a:rPr lang="de-DE" dirty="0" err="1"/>
              <a:t>circle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Group the logo and </a:t>
            </a:r>
            <a:r>
              <a:rPr lang="de-DE" dirty="0" err="1"/>
              <a:t>circle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Change the </a:t>
            </a:r>
            <a:r>
              <a:rPr lang="de-DE" dirty="0" err="1"/>
              <a:t>outline</a:t>
            </a:r>
            <a:r>
              <a:rPr lang="de-DE" dirty="0"/>
              <a:t> of the </a:t>
            </a:r>
            <a:r>
              <a:rPr lang="de-DE" dirty="0" err="1"/>
              <a:t>circle</a:t>
            </a:r>
            <a:r>
              <a:rPr lang="de-DE" dirty="0"/>
              <a:t> to „</a:t>
            </a:r>
            <a:r>
              <a:rPr lang="de-DE" dirty="0" err="1"/>
              <a:t>No</a:t>
            </a:r>
            <a:r>
              <a:rPr lang="de-DE" dirty="0"/>
              <a:t> Outline“ (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it </a:t>
            </a:r>
            <a:r>
              <a:rPr lang="de-DE" dirty="0" err="1"/>
              <a:t>white</a:t>
            </a:r>
            <a:r>
              <a:rPr lang="de-D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Save the </a:t>
            </a:r>
            <a:r>
              <a:rPr lang="de-DE" dirty="0" err="1"/>
              <a:t>group</a:t>
            </a:r>
            <a:r>
              <a:rPr lang="de-DE" dirty="0"/>
              <a:t> as </a:t>
            </a:r>
            <a:r>
              <a:rPr lang="de-DE" dirty="0" err="1"/>
              <a:t>png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FC30080-F955-468A-4414-6980E3535A95}"/>
              </a:ext>
            </a:extLst>
          </p:cNvPr>
          <p:cNvSpPr txBox="1"/>
          <p:nvPr/>
        </p:nvSpPr>
        <p:spPr>
          <a:xfrm>
            <a:off x="393220" y="1221172"/>
            <a:ext cx="496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Use </a:t>
            </a:r>
            <a:r>
              <a:rPr lang="de-DE" dirty="0" err="1">
                <a:solidFill>
                  <a:srgbClr val="FF0000"/>
                </a:solidFill>
              </a:rPr>
              <a:t>this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slide</a:t>
            </a:r>
            <a:r>
              <a:rPr lang="de-DE" dirty="0">
                <a:solidFill>
                  <a:srgbClr val="FF0000"/>
                </a:solidFill>
              </a:rPr>
              <a:t> in </a:t>
            </a:r>
            <a:r>
              <a:rPr lang="de-DE" dirty="0" err="1">
                <a:solidFill>
                  <a:srgbClr val="FF0000"/>
                </a:solidFill>
              </a:rPr>
              <a:t>powerpoint</a:t>
            </a:r>
            <a:r>
              <a:rPr lang="de-DE" dirty="0">
                <a:solidFill>
                  <a:srgbClr val="FF0000"/>
                </a:solidFill>
              </a:rPr>
              <a:t> to </a:t>
            </a:r>
            <a:r>
              <a:rPr lang="de-DE" dirty="0" err="1">
                <a:solidFill>
                  <a:srgbClr val="FF0000"/>
                </a:solidFill>
              </a:rPr>
              <a:t>adjust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your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image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9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2CC2-5B56-0520-9A0E-2FC9B897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B7A43935-0266-582F-5D9B-67E0659E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98" y="59004"/>
            <a:ext cx="3121003" cy="554575"/>
          </a:xfrm>
        </p:spPr>
        <p:txBody>
          <a:bodyPr>
            <a:normAutofit fontScale="90000"/>
          </a:bodyPr>
          <a:lstStyle/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Software Logo Box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B1393D6-3F5C-6CE1-C25B-379E0D147A15}"/>
              </a:ext>
            </a:extLst>
          </p:cNvPr>
          <p:cNvSpPr txBox="1"/>
          <p:nvPr/>
        </p:nvSpPr>
        <p:spPr>
          <a:xfrm>
            <a:off x="1074932" y="558657"/>
            <a:ext cx="10990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Software Logo Box </a:t>
            </a:r>
            <a:r>
              <a:rPr lang="de-DE" dirty="0" err="1"/>
              <a:t>consists</a:t>
            </a:r>
            <a:r>
              <a:rPr lang="de-DE" dirty="0"/>
              <a:t> of the </a:t>
            </a:r>
            <a:r>
              <a:rPr lang="de-DE" b="1" dirty="0"/>
              <a:t>catch </a:t>
            </a:r>
            <a:r>
              <a:rPr lang="de-DE" b="1" dirty="0" err="1"/>
              <a:t>phrase</a:t>
            </a:r>
            <a:r>
              <a:rPr lang="de-DE" dirty="0"/>
              <a:t>, the Software </a:t>
            </a:r>
            <a:r>
              <a:rPr lang="de-DE" b="1" dirty="0"/>
              <a:t>Logo</a:t>
            </a:r>
            <a:r>
              <a:rPr lang="de-DE" dirty="0"/>
              <a:t> and the Software </a:t>
            </a:r>
            <a:r>
              <a:rPr lang="de-DE" b="1" dirty="0"/>
              <a:t>QR-Code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upper</a:t>
            </a:r>
            <a:r>
              <a:rPr lang="de-DE" dirty="0"/>
              <a:t> y-position of the logo and QR-Code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fixed</a:t>
            </a:r>
            <a:r>
              <a:rPr lang="de-DE" dirty="0"/>
              <a:t>, as </a:t>
            </a:r>
            <a:r>
              <a:rPr lang="de-DE" dirty="0" err="1"/>
              <a:t>well</a:t>
            </a:r>
            <a:r>
              <a:rPr lang="de-DE" dirty="0"/>
              <a:t> as the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 in y-</a:t>
            </a:r>
            <a:r>
              <a:rPr lang="de-DE" dirty="0" err="1"/>
              <a:t>direction</a:t>
            </a:r>
            <a:r>
              <a:rPr lang="de-DE" dirty="0"/>
              <a:t>.</a:t>
            </a:r>
          </a:p>
          <a:p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share</a:t>
            </a:r>
            <a:r>
              <a:rPr lang="de-DE" dirty="0"/>
              <a:t> the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via the variable </a:t>
            </a:r>
            <a:r>
              <a:rPr lang="de-DE" b="1" i="1" dirty="0"/>
              <a:t>logo-ratio</a:t>
            </a:r>
            <a:r>
              <a:rPr lang="de-DE" dirty="0"/>
              <a:t> in the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b="1" dirty="0"/>
              <a:t>#</a:t>
            </a:r>
            <a:r>
              <a:rPr lang="de-DE" b="1" i="1" dirty="0"/>
              <a:t>software-logo-box()</a:t>
            </a:r>
            <a:r>
              <a:rPr lang="de-DE" dirty="0"/>
              <a:t>.</a:t>
            </a:r>
            <a:endParaRPr lang="de-DE" b="1" i="1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54E31EEA-D9DC-5063-885B-9C703124BDF2}"/>
              </a:ext>
            </a:extLst>
          </p:cNvPr>
          <p:cNvGrpSpPr/>
          <p:nvPr/>
        </p:nvGrpSpPr>
        <p:grpSpPr>
          <a:xfrm>
            <a:off x="951048" y="2354382"/>
            <a:ext cx="2533049" cy="4305762"/>
            <a:chOff x="4174082" y="2552238"/>
            <a:chExt cx="2533049" cy="4305762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CDD2D5DE-1F69-0554-B101-073F5BBD9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4082" y="3992238"/>
              <a:ext cx="2507797" cy="1440000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93F44898-AA33-B204-74C5-86523BC31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4082" y="2552238"/>
              <a:ext cx="2533049" cy="1440000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AC2513DD-304A-10CF-3B1F-B63AD83BD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4838" y="5418000"/>
              <a:ext cx="2522293" cy="1440000"/>
            </a:xfrm>
            <a:prstGeom prst="rect">
              <a:avLst/>
            </a:prstGeom>
          </p:spPr>
        </p:pic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13B20FB3-84FF-9302-A0CD-73826ABF4C2E}"/>
              </a:ext>
            </a:extLst>
          </p:cNvPr>
          <p:cNvSpPr txBox="1"/>
          <p:nvPr/>
        </p:nvSpPr>
        <p:spPr>
          <a:xfrm>
            <a:off x="6868563" y="2674880"/>
            <a:ext cx="50246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i="1" dirty="0"/>
              <a:t>Extreme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i="1" dirty="0"/>
              <a:t>logo-ratio: </a:t>
            </a:r>
            <a:r>
              <a:rPr lang="de-DE" b="1" dirty="0"/>
              <a:t>0</a:t>
            </a:r>
            <a:r>
              <a:rPr lang="de-DE" dirty="0"/>
              <a:t> → logo </a:t>
            </a:r>
            <a:r>
              <a:rPr lang="de-DE" dirty="0" err="1"/>
              <a:t>disappears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i="1" dirty="0"/>
              <a:t>logo-ratio:</a:t>
            </a:r>
            <a:r>
              <a:rPr lang="de-DE" b="1" dirty="0"/>
              <a:t>100</a:t>
            </a:r>
            <a:r>
              <a:rPr lang="de-DE" dirty="0"/>
              <a:t> → QR-Code </a:t>
            </a:r>
            <a:r>
              <a:rPr lang="de-DE" dirty="0" err="1"/>
              <a:t>disappears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i="1" dirty="0"/>
              <a:t>logo-ratio: &gt;7</a:t>
            </a:r>
            <a:r>
              <a:rPr lang="de-DE" b="1" dirty="0"/>
              <a:t>0  </a:t>
            </a:r>
            <a:r>
              <a:rPr lang="de-DE" dirty="0"/>
              <a:t>→ the logo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reached</a:t>
            </a:r>
            <a:r>
              <a:rPr lang="de-DE" dirty="0"/>
              <a:t> the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in x-</a:t>
            </a:r>
            <a:r>
              <a:rPr lang="de-DE" dirty="0" err="1"/>
              <a:t>direction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and </a:t>
            </a:r>
            <a:r>
              <a:rPr lang="de-DE" dirty="0" err="1"/>
              <a:t>wont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bigger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the QR code </a:t>
            </a:r>
            <a:r>
              <a:rPr lang="de-DE" dirty="0" err="1"/>
              <a:t>shrinks</a:t>
            </a:r>
            <a:r>
              <a:rPr lang="de-DE" b="1" dirty="0"/>
              <a:t>.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800" dirty="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FB95A12-799B-BFD6-FCF9-1D538BC1A5DC}"/>
              </a:ext>
            </a:extLst>
          </p:cNvPr>
          <p:cNvSpPr txBox="1"/>
          <p:nvPr/>
        </p:nvSpPr>
        <p:spPr>
          <a:xfrm>
            <a:off x="4008422" y="3032186"/>
            <a:ext cx="1695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1" dirty="0"/>
              <a:t>logo-ratio: </a:t>
            </a:r>
            <a:r>
              <a:rPr lang="de-DE" sz="1800" b="1" dirty="0"/>
              <a:t>30</a:t>
            </a:r>
            <a:endParaRPr lang="de-DE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D8161E1-A74B-50F9-FBB7-E0D01A8F08DE}"/>
              </a:ext>
            </a:extLst>
          </p:cNvPr>
          <p:cNvSpPr txBox="1"/>
          <p:nvPr/>
        </p:nvSpPr>
        <p:spPr>
          <a:xfrm>
            <a:off x="4008422" y="4150107"/>
            <a:ext cx="1695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1" dirty="0"/>
              <a:t>logo-ratio: </a:t>
            </a:r>
            <a:r>
              <a:rPr lang="de-DE" b="1" i="1" dirty="0"/>
              <a:t>5</a:t>
            </a:r>
            <a:r>
              <a:rPr lang="de-DE" sz="1800" b="1" dirty="0"/>
              <a:t>0</a:t>
            </a:r>
            <a:endParaRPr lang="de-DE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0760B68A-F919-DC15-3F0F-588762E067E1}"/>
              </a:ext>
            </a:extLst>
          </p:cNvPr>
          <p:cNvSpPr txBox="1"/>
          <p:nvPr/>
        </p:nvSpPr>
        <p:spPr>
          <a:xfrm>
            <a:off x="3957496" y="5622099"/>
            <a:ext cx="2138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1" dirty="0"/>
              <a:t>logo-ratio: </a:t>
            </a:r>
            <a:r>
              <a:rPr lang="de-DE" b="1" i="1" dirty="0"/>
              <a:t>7</a:t>
            </a:r>
            <a:r>
              <a:rPr lang="de-DE" sz="1800" b="1" dirty="0"/>
              <a:t>0</a:t>
            </a:r>
            <a:endParaRPr lang="de-DE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1BD8E3F-3D6A-4975-C6C3-E0997D7FA525}"/>
              </a:ext>
            </a:extLst>
          </p:cNvPr>
          <p:cNvSpPr txBox="1"/>
          <p:nvPr/>
        </p:nvSpPr>
        <p:spPr>
          <a:xfrm>
            <a:off x="4388668" y="209893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rgbClr val="FF0000"/>
                </a:solidFill>
              </a:rPr>
              <a:t>Set the</a:t>
            </a:r>
            <a:r>
              <a:rPr lang="de-DE" sz="1800" b="1" i="1" dirty="0">
                <a:solidFill>
                  <a:srgbClr val="FF0000"/>
                </a:solidFill>
              </a:rPr>
              <a:t> logo-ratio </a:t>
            </a:r>
            <a:r>
              <a:rPr lang="de-DE" sz="1800" dirty="0">
                <a:solidFill>
                  <a:srgbClr val="FF0000"/>
                </a:solidFill>
              </a:rPr>
              <a:t>to a </a:t>
            </a:r>
            <a:r>
              <a:rPr lang="de-DE" sz="1800" dirty="0" err="1">
                <a:solidFill>
                  <a:srgbClr val="FF0000"/>
                </a:solidFill>
              </a:rPr>
              <a:t>value</a:t>
            </a:r>
            <a:r>
              <a:rPr lang="de-DE" sz="1800" dirty="0">
                <a:solidFill>
                  <a:srgbClr val="FF0000"/>
                </a:solidFill>
              </a:rPr>
              <a:t> </a:t>
            </a:r>
            <a:r>
              <a:rPr lang="de-DE" sz="1800" dirty="0" err="1">
                <a:solidFill>
                  <a:srgbClr val="FF0000"/>
                </a:solidFill>
              </a:rPr>
              <a:t>between</a:t>
            </a:r>
            <a:r>
              <a:rPr lang="de-DE" sz="1800" dirty="0">
                <a:solidFill>
                  <a:srgbClr val="FF0000"/>
                </a:solidFill>
              </a:rPr>
              <a:t> 0 and 100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77A61C4-BC69-87B8-70AB-E5BEB9A44991}"/>
              </a:ext>
            </a:extLst>
          </p:cNvPr>
          <p:cNvSpPr txBox="1"/>
          <p:nvPr/>
        </p:nvSpPr>
        <p:spPr>
          <a:xfrm>
            <a:off x="1705824" y="1892717"/>
            <a:ext cx="1248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 err="1"/>
              <a:t>Example</a:t>
            </a:r>
            <a:r>
              <a:rPr lang="de-DE" b="1" dirty="0" err="1"/>
              <a:t>s</a:t>
            </a:r>
            <a:endParaRPr lang="de-DE" sz="1800" b="1" dirty="0"/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F812FC1-AAE1-F347-99E9-ACFDD224C53F}"/>
              </a:ext>
            </a:extLst>
          </p:cNvPr>
          <p:cNvCxnSpPr>
            <a:cxnSpLocks/>
          </p:cNvCxnSpPr>
          <p:nvPr/>
        </p:nvCxnSpPr>
        <p:spPr>
          <a:xfrm flipH="1">
            <a:off x="4623725" y="3901171"/>
            <a:ext cx="2528513" cy="15942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CAA575FC-02A1-FA1E-1DD1-DD670C87ED85}"/>
              </a:ext>
            </a:extLst>
          </p:cNvPr>
          <p:cNvSpPr txBox="1"/>
          <p:nvPr/>
        </p:nvSpPr>
        <p:spPr>
          <a:xfrm>
            <a:off x="5875857" y="5234382"/>
            <a:ext cx="618955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rgbClr val="FF0000"/>
                </a:solidFill>
              </a:rPr>
              <a:t>Tipps:</a:t>
            </a:r>
          </a:p>
          <a:p>
            <a:r>
              <a:rPr lang="de-DE" sz="1400" dirty="0">
                <a:solidFill>
                  <a:srgbClr val="FF0000"/>
                </a:solidFill>
              </a:rPr>
              <a:t>It </a:t>
            </a:r>
            <a:r>
              <a:rPr lang="de-DE" sz="1400" dirty="0" err="1">
                <a:solidFill>
                  <a:srgbClr val="FF0000"/>
                </a:solidFill>
              </a:rPr>
              <a:t>is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recommended</a:t>
            </a:r>
            <a:r>
              <a:rPr lang="de-DE" sz="1400" dirty="0">
                <a:solidFill>
                  <a:srgbClr val="FF0000"/>
                </a:solidFill>
              </a:rPr>
              <a:t> to </a:t>
            </a:r>
            <a:r>
              <a:rPr lang="de-DE" sz="1400" dirty="0" err="1">
                <a:solidFill>
                  <a:srgbClr val="FF0000"/>
                </a:solidFill>
              </a:rPr>
              <a:t>cut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excess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white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spaces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around</a:t>
            </a:r>
            <a:r>
              <a:rPr lang="de-DE" sz="1400" dirty="0">
                <a:solidFill>
                  <a:srgbClr val="FF0000"/>
                </a:solidFill>
              </a:rPr>
              <a:t> the logo to </a:t>
            </a:r>
            <a:r>
              <a:rPr lang="de-DE" sz="1400" dirty="0" err="1">
                <a:solidFill>
                  <a:srgbClr val="FF0000"/>
                </a:solidFill>
              </a:rPr>
              <a:t>prevent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gaps</a:t>
            </a:r>
            <a:r>
              <a:rPr lang="de-DE" sz="1400" dirty="0">
                <a:solidFill>
                  <a:srgbClr val="FF0000"/>
                </a:solidFill>
              </a:rPr>
              <a:t> on the </a:t>
            </a:r>
            <a:r>
              <a:rPr lang="de-DE" sz="1400" dirty="0" err="1">
                <a:solidFill>
                  <a:srgbClr val="FF0000"/>
                </a:solidFill>
              </a:rPr>
              <a:t>poster</a:t>
            </a:r>
            <a:r>
              <a:rPr lang="de-DE" sz="1400" dirty="0">
                <a:solidFill>
                  <a:srgbClr val="FF0000"/>
                </a:solidFill>
              </a:rPr>
              <a:t>.</a:t>
            </a:r>
          </a:p>
          <a:p>
            <a:r>
              <a:rPr lang="de-DE" sz="1400" dirty="0" err="1">
                <a:solidFill>
                  <a:srgbClr val="FF0000"/>
                </a:solidFill>
              </a:rPr>
              <a:t>If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your</a:t>
            </a:r>
            <a:r>
              <a:rPr lang="de-DE" sz="1400" dirty="0">
                <a:solidFill>
                  <a:srgbClr val="FF0000"/>
                </a:solidFill>
              </a:rPr>
              <a:t> catch </a:t>
            </a:r>
            <a:r>
              <a:rPr lang="de-DE" sz="1400" dirty="0" err="1">
                <a:solidFill>
                  <a:srgbClr val="FF0000"/>
                </a:solidFill>
              </a:rPr>
              <a:t>phrase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is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too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long</a:t>
            </a:r>
            <a:r>
              <a:rPr lang="de-DE" sz="1400" dirty="0">
                <a:solidFill>
                  <a:srgbClr val="FF0000"/>
                </a:solidFill>
              </a:rPr>
              <a:t>, it will </a:t>
            </a:r>
            <a:r>
              <a:rPr lang="de-DE" sz="1400" dirty="0" err="1">
                <a:solidFill>
                  <a:srgbClr val="FF0000"/>
                </a:solidFill>
              </a:rPr>
              <a:t>be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covered</a:t>
            </a:r>
            <a:r>
              <a:rPr lang="de-DE" sz="1400" dirty="0">
                <a:solidFill>
                  <a:srgbClr val="FF0000"/>
                </a:solidFill>
              </a:rPr>
              <a:t> by the logo and QR-Code.</a:t>
            </a:r>
          </a:p>
        </p:txBody>
      </p:sp>
    </p:spTree>
    <p:extLst>
      <p:ext uri="{BB962C8B-B14F-4D97-AF65-F5344CB8AC3E}">
        <p14:creationId xmlns:p14="http://schemas.microsoft.com/office/powerpoint/2010/main" val="298226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CC7F0-5F88-6EC3-CE22-79FE7E8C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360B620-1C53-FD3E-530C-B069DA0FD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0313" y="3434477"/>
            <a:ext cx="3391373" cy="113363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9347A1F-EC0F-53D9-4FD3-27D5A4959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" t="13000" r="7583" b="3092"/>
          <a:stretch>
            <a:fillRect/>
          </a:stretch>
        </p:blipFill>
        <p:spPr>
          <a:xfrm>
            <a:off x="1771048" y="1973179"/>
            <a:ext cx="8094847" cy="330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1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E536E23-BDFE-DA1C-5918-DB92D358279C}"/>
              </a:ext>
            </a:extLst>
          </p:cNvPr>
          <p:cNvSpPr txBox="1">
            <a:spLocks/>
          </p:cNvSpPr>
          <p:nvPr/>
        </p:nvSpPr>
        <p:spPr>
          <a:xfrm>
            <a:off x="3705792" y="126978"/>
            <a:ext cx="4292965" cy="554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Folder </a:t>
            </a:r>
            <a:r>
              <a:rPr lang="de-DE" sz="32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Structure</a:t>
            </a:r>
            <a:endParaRPr lang="de-DE" sz="3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773B32-3E51-1A76-5AE3-FCC1E676BAD4}"/>
              </a:ext>
            </a:extLst>
          </p:cNvPr>
          <p:cNvSpPr txBox="1"/>
          <p:nvPr/>
        </p:nvSpPr>
        <p:spPr>
          <a:xfrm>
            <a:off x="1074932" y="558657"/>
            <a:ext cx="1099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typst </a:t>
            </a:r>
            <a:r>
              <a:rPr lang="de-DE" dirty="0" err="1"/>
              <a:t>file</a:t>
            </a:r>
            <a:r>
              <a:rPr lang="de-DE" dirty="0"/>
              <a:t> for all </a:t>
            </a:r>
            <a:r>
              <a:rPr lang="de-DE" dirty="0" err="1"/>
              <a:t>posters</a:t>
            </a:r>
            <a:r>
              <a:rPr lang="de-DE" dirty="0"/>
              <a:t> lies in the same </a:t>
            </a:r>
            <a:r>
              <a:rPr lang="de-DE" dirty="0" err="1"/>
              <a:t>folder</a:t>
            </a:r>
            <a:r>
              <a:rPr lang="de-DE" dirty="0"/>
              <a:t>, to </a:t>
            </a:r>
            <a:r>
              <a:rPr lang="de-DE" dirty="0" err="1"/>
              <a:t>make</a:t>
            </a:r>
            <a:r>
              <a:rPr lang="de-DE" dirty="0"/>
              <a:t> it </a:t>
            </a:r>
            <a:r>
              <a:rPr lang="de-DE" dirty="0" err="1"/>
              <a:t>easier</a:t>
            </a:r>
            <a:r>
              <a:rPr lang="de-DE" dirty="0"/>
              <a:t> for typst to find the </a:t>
            </a:r>
            <a:r>
              <a:rPr lang="de-DE" dirty="0" err="1"/>
              <a:t>library</a:t>
            </a:r>
            <a:r>
              <a:rPr lang="de-DE" dirty="0"/>
              <a:t>  </a:t>
            </a:r>
            <a:r>
              <a:rPr lang="de-DE" i="1" dirty="0" err="1"/>
              <a:t>mss_bib.typ</a:t>
            </a:r>
            <a:r>
              <a:rPr lang="de-DE" i="1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custom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.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647590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CD6B6-DABA-FB83-E98B-7F1538D4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render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BF6DB16-D878-E593-3A92-67C03E62BE83}"/>
              </a:ext>
            </a:extLst>
          </p:cNvPr>
          <p:cNvCxnSpPr>
            <a:cxnSpLocks/>
          </p:cNvCxnSpPr>
          <p:nvPr/>
        </p:nvCxnSpPr>
        <p:spPr>
          <a:xfrm flipH="1">
            <a:off x="5368705" y="1312752"/>
            <a:ext cx="543208" cy="4775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4411C896-3989-0166-88DB-54D38CD6C476}"/>
              </a:ext>
            </a:extLst>
          </p:cNvPr>
          <p:cNvSpPr txBox="1"/>
          <p:nvPr/>
        </p:nvSpPr>
        <p:spPr>
          <a:xfrm>
            <a:off x="6095999" y="265537"/>
            <a:ext cx="518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This </a:t>
            </a:r>
            <a:r>
              <a:rPr lang="de-DE" dirty="0" err="1"/>
              <a:t>button</a:t>
            </a:r>
            <a:r>
              <a:rPr lang="de-DE" dirty="0"/>
              <a:t> </a:t>
            </a:r>
            <a:r>
              <a:rPr lang="de-DE" dirty="0" err="1"/>
              <a:t>renders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PDF and </a:t>
            </a:r>
            <a:r>
              <a:rPr lang="de-DE" dirty="0" err="1"/>
              <a:t>opens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preview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button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there</a:t>
            </a:r>
            <a:r>
              <a:rPr lang="de-DE" dirty="0"/>
              <a:t>, press on </a:t>
            </a:r>
            <a:r>
              <a:rPr lang="de-DE" dirty="0" err="1"/>
              <a:t>the</a:t>
            </a:r>
            <a:r>
              <a:rPr lang="de-DE" dirty="0"/>
              <a:t> „</a:t>
            </a:r>
            <a:r>
              <a:rPr lang="de-DE" dirty="0" err="1"/>
              <a:t>execute</a:t>
            </a:r>
            <a:r>
              <a:rPr lang="de-DE" dirty="0"/>
              <a:t>“ </a:t>
            </a:r>
            <a:r>
              <a:rPr lang="de-DE" dirty="0" err="1"/>
              <a:t>button</a:t>
            </a:r>
            <a:r>
              <a:rPr lang="de-DE" dirty="0"/>
              <a:t> (in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render</a:t>
            </a:r>
            <a:r>
              <a:rPr lang="de-DE" dirty="0"/>
              <a:t> </a:t>
            </a:r>
            <a:r>
              <a:rPr lang="de-DE" dirty="0" err="1"/>
              <a:t>button</a:t>
            </a:r>
            <a:r>
              <a:rPr lang="de-DE" dirty="0"/>
              <a:t>)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C014855-A8BF-8BAC-4F2D-16E04ECF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69" y="1981190"/>
            <a:ext cx="1899150" cy="53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2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E081E-AB00-ECBC-BEFA-4FC376C9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Typst </a:t>
            </a:r>
            <a:r>
              <a:rPr lang="de-DE" dirty="0" err="1"/>
              <a:t>tipps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79D132-64C8-5209-EBC1-BC46DEC5C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600" dirty="0"/>
              <a:t>#linebreak() : </a:t>
            </a:r>
            <a:r>
              <a:rPr lang="de-DE" sz="1600" dirty="0" err="1"/>
              <a:t>starts</a:t>
            </a:r>
            <a:r>
              <a:rPr lang="de-DE" sz="1600" dirty="0"/>
              <a:t> </a:t>
            </a:r>
            <a:r>
              <a:rPr lang="de-DE" sz="1600" dirty="0" err="1"/>
              <a:t>new</a:t>
            </a:r>
            <a:r>
              <a:rPr lang="de-DE" sz="1600" dirty="0"/>
              <a:t> </a:t>
            </a:r>
            <a:r>
              <a:rPr lang="de-DE" sz="1600" dirty="0" err="1"/>
              <a:t>line</a:t>
            </a: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/>
              <a:t>Units:</a:t>
            </a:r>
          </a:p>
          <a:p>
            <a:r>
              <a:rPr lang="de-DE" sz="1600" dirty="0"/>
              <a:t>% -&gt; </a:t>
            </a:r>
            <a:r>
              <a:rPr lang="de-DE" sz="1600" dirty="0" err="1"/>
              <a:t>how</a:t>
            </a:r>
            <a:r>
              <a:rPr lang="de-DE" sz="1600" dirty="0"/>
              <a:t> </a:t>
            </a:r>
            <a:r>
              <a:rPr lang="de-DE" sz="1600" dirty="0" err="1"/>
              <a:t>many</a:t>
            </a:r>
            <a:r>
              <a:rPr lang="de-DE" sz="1600" dirty="0"/>
              <a:t> </a:t>
            </a:r>
            <a:r>
              <a:rPr lang="de-DE" sz="1600" dirty="0" err="1"/>
              <a:t>percent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current</a:t>
            </a:r>
            <a:r>
              <a:rPr lang="de-DE" sz="1600" dirty="0"/>
              <a:t> box</a:t>
            </a:r>
          </a:p>
          <a:p>
            <a:r>
              <a:rPr lang="de-DE" sz="1600" dirty="0"/>
              <a:t>Pt -&gt; absolut </a:t>
            </a:r>
            <a:r>
              <a:rPr lang="de-DE" sz="1600" dirty="0" err="1"/>
              <a:t>unit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measure</a:t>
            </a:r>
            <a:r>
              <a:rPr lang="de-DE" sz="1600" dirty="0"/>
              <a:t> (1pt=1/72 </a:t>
            </a:r>
            <a:r>
              <a:rPr lang="de-DE" sz="1600" dirty="0" err="1"/>
              <a:t>inch</a:t>
            </a:r>
            <a:r>
              <a:rPr lang="de-DE" sz="1600" dirty="0"/>
              <a:t>)</a:t>
            </a:r>
          </a:p>
          <a:p>
            <a:endParaRPr lang="de-DE" sz="1600" dirty="0"/>
          </a:p>
          <a:p>
            <a:pPr marL="0" indent="0">
              <a:buNone/>
            </a:pPr>
            <a:r>
              <a:rPr lang="de-DE" sz="1600" dirty="0"/>
              <a:t>Terminal </a:t>
            </a:r>
            <a:r>
              <a:rPr lang="de-DE" sz="1600" dirty="0" err="1"/>
              <a:t>commands</a:t>
            </a:r>
            <a:r>
              <a:rPr lang="de-DE" sz="1600" dirty="0"/>
              <a:t>:</a:t>
            </a:r>
          </a:p>
          <a:p>
            <a:r>
              <a:rPr lang="de-DE" sz="1600" dirty="0"/>
              <a:t>See </a:t>
            </a:r>
            <a:r>
              <a:rPr lang="de-DE" sz="1600" dirty="0" err="1"/>
              <a:t>available</a:t>
            </a:r>
            <a:r>
              <a:rPr lang="de-DE" sz="1600" dirty="0"/>
              <a:t> </a:t>
            </a:r>
            <a:r>
              <a:rPr lang="de-DE" sz="1600" dirty="0" err="1"/>
              <a:t>fonts</a:t>
            </a:r>
            <a:r>
              <a:rPr lang="de-DE" sz="1600" dirty="0"/>
              <a:t> on </a:t>
            </a:r>
            <a:r>
              <a:rPr lang="de-DE" sz="1600" dirty="0" err="1"/>
              <a:t>system</a:t>
            </a:r>
            <a:r>
              <a:rPr lang="de-DE" sz="1600" dirty="0"/>
              <a:t>: &gt;&gt; typst </a:t>
            </a:r>
            <a:r>
              <a:rPr lang="de-DE" sz="1600" dirty="0" err="1"/>
              <a:t>fonts</a:t>
            </a:r>
            <a:endParaRPr lang="de-DE" sz="1600" dirty="0"/>
          </a:p>
          <a:p>
            <a:endParaRPr lang="de-DE" dirty="0"/>
          </a:p>
        </p:txBody>
      </p:sp>
      <p:pic>
        <p:nvPicPr>
          <p:cNvPr id="4" name="Grafik 3" descr="https://mbd.pages.rwth-aachen.de/shire/_images/result1.png">
            <a:extLst>
              <a:ext uri="{FF2B5EF4-FFF2-40B4-BE49-F238E27FC236}">
                <a16:creationId xmlns:a16="http://schemas.microsoft.com/office/drawing/2014/main" id="{B7D8F575-1824-D363-F24D-1D92FBFBD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91"/>
          <a:stretch>
            <a:fillRect/>
          </a:stretch>
        </p:blipFill>
        <p:spPr>
          <a:xfrm>
            <a:off x="6366680" y="1304719"/>
            <a:ext cx="4953159" cy="424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37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CA255-8835-0C99-E92B-D4393CB1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</a:t>
            </a:r>
            <a:r>
              <a:rPr lang="de-DE" dirty="0" err="1"/>
              <a:t>poster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0600CD-F0AA-CA09-3FB6-8E20CE9DC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Title: </a:t>
            </a:r>
            <a:r>
              <a:rPr lang="de-DE" dirty="0" err="1"/>
              <a:t>enter</a:t>
            </a:r>
            <a:r>
              <a:rPr lang="de-DE" dirty="0"/>
              <a:t> </a:t>
            </a:r>
            <a:r>
              <a:rPr lang="de-DE" dirty="0" err="1"/>
              <a:t>max</a:t>
            </a:r>
            <a:r>
              <a:rPr lang="de-DE" dirty="0"/>
              <a:t> 19 </a:t>
            </a:r>
            <a:r>
              <a:rPr lang="de-DE" dirty="0" err="1"/>
              <a:t>characters</a:t>
            </a:r>
            <a:r>
              <a:rPr lang="de-DE" dirty="0"/>
              <a:t>, </a:t>
            </a:r>
            <a:r>
              <a:rPr lang="de-DE" dirty="0" err="1"/>
              <a:t>otherwise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font</a:t>
            </a:r>
            <a:r>
              <a:rPr lang="de-DE" dirty="0"/>
              <a:t>-size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/>
              <a:t> title </a:t>
            </a:r>
            <a:r>
              <a:rPr lang="de-DE" dirty="0"/>
              <a:t>will </a:t>
            </a:r>
            <a:r>
              <a:rPr lang="de-DE" dirty="0" err="1"/>
              <a:t>shrink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4172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88AFC0B-CFA9-67B4-FE4B-4A932937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" t="2952" r="3194" b="3645"/>
          <a:stretch>
            <a:fillRect/>
          </a:stretch>
        </p:blipFill>
        <p:spPr bwMode="auto">
          <a:xfrm>
            <a:off x="3917950" y="1708150"/>
            <a:ext cx="4318000" cy="341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75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EFB4E82-720C-831A-FE24-F57C35DEB70B}"/>
              </a:ext>
            </a:extLst>
          </p:cNvPr>
          <p:cNvGrpSpPr/>
          <p:nvPr/>
        </p:nvGrpSpPr>
        <p:grpSpPr>
          <a:xfrm>
            <a:off x="1179871" y="1054751"/>
            <a:ext cx="8141110" cy="5851618"/>
            <a:chOff x="1179871" y="1054751"/>
            <a:chExt cx="8141110" cy="5851618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F5E4747-6F84-1B82-0CC7-2902A73BF233}"/>
                </a:ext>
              </a:extLst>
            </p:cNvPr>
            <p:cNvSpPr/>
            <p:nvPr/>
          </p:nvSpPr>
          <p:spPr>
            <a:xfrm>
              <a:off x="1179871" y="1054751"/>
              <a:ext cx="8141110" cy="5803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Grafik 4" descr="Ein Bild, das Text, Schrift, Grafiken, Logo enthält.&#10;&#10;KI-generierte Inhalte können fehlerhaft sein.">
              <a:extLst>
                <a:ext uri="{FF2B5EF4-FFF2-40B4-BE49-F238E27FC236}">
                  <a16:creationId xmlns:a16="http://schemas.microsoft.com/office/drawing/2014/main" id="{D5DCAC7B-D1AA-DF59-D742-4631F2F28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3" t="9499" r="81746" b="14266"/>
            <a:stretch>
              <a:fillRect/>
            </a:stretch>
          </p:blipFill>
          <p:spPr>
            <a:xfrm>
              <a:off x="4050890" y="1054751"/>
              <a:ext cx="4343659" cy="491343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768FA1E-EF5F-C59A-81F0-A7EBD82DE470}"/>
                </a:ext>
              </a:extLst>
            </p:cNvPr>
            <p:cNvSpPr txBox="1"/>
            <p:nvPr/>
          </p:nvSpPr>
          <p:spPr>
            <a:xfrm>
              <a:off x="1440716" y="2904531"/>
              <a:ext cx="2439257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(191, 208, 209)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(199, 221, 242)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(64, 127, 183)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(142, 186, 229)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(184, 214, 152)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(0, 84, 159)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(87, 171, 39)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DE" dirty="0" err="1"/>
                <a:t>rgba</a:t>
              </a:r>
              <a:r>
                <a:rPr lang="de-DE" dirty="0"/>
                <a:t>(99, 101, 102)</a:t>
              </a:r>
            </a:p>
            <a:p>
              <a:pPr marL="342900" indent="-342900">
                <a:buFont typeface="+mj-lt"/>
                <a:buAutoNum type="arabicPeriod"/>
              </a:pPr>
              <a:endParaRPr lang="de-DE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DBBF69A-229E-3243-CF35-611ACE6543B0}"/>
                </a:ext>
              </a:extLst>
            </p:cNvPr>
            <p:cNvSpPr txBox="1"/>
            <p:nvPr/>
          </p:nvSpPr>
          <p:spPr>
            <a:xfrm>
              <a:off x="6910639" y="200702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1CB2716-F7D8-3DDF-5D70-B6C75AFD9614}"/>
                </a:ext>
              </a:extLst>
            </p:cNvPr>
            <p:cNvSpPr txBox="1"/>
            <p:nvPr/>
          </p:nvSpPr>
          <p:spPr>
            <a:xfrm>
              <a:off x="6831981" y="272845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340166D-EA95-6152-D9FB-F5A73E065745}"/>
                </a:ext>
              </a:extLst>
            </p:cNvPr>
            <p:cNvSpPr txBox="1"/>
            <p:nvPr/>
          </p:nvSpPr>
          <p:spPr>
            <a:xfrm>
              <a:off x="5607073" y="29131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B485BCFD-7059-CEAF-2A19-047582A41E98}"/>
                </a:ext>
              </a:extLst>
            </p:cNvPr>
            <p:cNvSpPr txBox="1"/>
            <p:nvPr/>
          </p:nvSpPr>
          <p:spPr>
            <a:xfrm>
              <a:off x="5453024" y="18223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42D90D3-2224-0643-4A34-7705B98D2ABB}"/>
                </a:ext>
              </a:extLst>
            </p:cNvPr>
            <p:cNvSpPr txBox="1"/>
            <p:nvPr/>
          </p:nvSpPr>
          <p:spPr>
            <a:xfrm>
              <a:off x="6040930" y="176766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7B6D3DA3-6779-1192-FAAE-B62B29AED317}"/>
                </a:ext>
              </a:extLst>
            </p:cNvPr>
            <p:cNvSpPr txBox="1"/>
            <p:nvPr/>
          </p:nvSpPr>
          <p:spPr>
            <a:xfrm>
              <a:off x="6407562" y="2007026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C65B4EB3-0B67-3BE5-7DB7-12C27FB6ECC3}"/>
                </a:ext>
              </a:extLst>
            </p:cNvPr>
            <p:cNvSpPr txBox="1"/>
            <p:nvPr/>
          </p:nvSpPr>
          <p:spPr>
            <a:xfrm>
              <a:off x="6343119" y="278592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0D3521ED-F188-FE19-F1EB-061E48A8A8B8}"/>
                </a:ext>
              </a:extLst>
            </p:cNvPr>
            <p:cNvSpPr txBox="1"/>
            <p:nvPr/>
          </p:nvSpPr>
          <p:spPr>
            <a:xfrm>
              <a:off x="5904485" y="228509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508B48E8-BD2C-76AD-97E6-E17A1F9B5783}"/>
                </a:ext>
              </a:extLst>
            </p:cNvPr>
            <p:cNvSpPr txBox="1"/>
            <p:nvPr/>
          </p:nvSpPr>
          <p:spPr>
            <a:xfrm>
              <a:off x="5588418" y="371060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8</a:t>
              </a:r>
            </a:p>
          </p:txBody>
        </p:sp>
        <p:pic>
          <p:nvPicPr>
            <p:cNvPr id="18" name="Grafik 17" descr="Ein Bild, das Text, Schrift, Grafiken, Logo enthält.&#10;&#10;KI-generierte Inhalte können fehlerhaft sein.">
              <a:extLst>
                <a:ext uri="{FF2B5EF4-FFF2-40B4-BE49-F238E27FC236}">
                  <a16:creationId xmlns:a16="http://schemas.microsoft.com/office/drawing/2014/main" id="{32018161-EBEF-126A-7C3C-602B96019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19" t="19608" b="16397"/>
            <a:stretch>
              <a:fillRect/>
            </a:stretch>
          </p:blipFill>
          <p:spPr>
            <a:xfrm>
              <a:off x="4164732" y="5431250"/>
              <a:ext cx="4793757" cy="1475119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C4EA02C8-3D43-03C2-9919-1981DA0B6CEC}"/>
                </a:ext>
              </a:extLst>
            </p:cNvPr>
            <p:cNvSpPr txBox="1"/>
            <p:nvPr/>
          </p:nvSpPr>
          <p:spPr>
            <a:xfrm>
              <a:off x="4202623" y="55586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4A10C569-A83C-78E9-463C-2DDB745973B0}"/>
                </a:ext>
              </a:extLst>
            </p:cNvPr>
            <p:cNvSpPr txBox="1"/>
            <p:nvPr/>
          </p:nvSpPr>
          <p:spPr>
            <a:xfrm>
              <a:off x="6318679" y="574328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274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Breitbild</PresentationFormat>
  <Paragraphs>105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Cooper Black</vt:lpstr>
      <vt:lpstr>Office</vt:lpstr>
      <vt:lpstr>Manual for poster creation</vt:lpstr>
      <vt:lpstr>Get Started</vt:lpstr>
      <vt:lpstr>Navigate to „poster-with-typst“ folder</vt:lpstr>
      <vt:lpstr>PowerPoint-Präsentation</vt:lpstr>
      <vt:lpstr>Sample Poster - Overview</vt:lpstr>
      <vt:lpstr>Sample Poster – Division</vt:lpstr>
      <vt:lpstr>Global Variables</vt:lpstr>
      <vt:lpstr>Title Box</vt:lpstr>
      <vt:lpstr>PowerPoint-Präsentation</vt:lpstr>
      <vt:lpstr>Software Logo Box</vt:lpstr>
      <vt:lpstr>PowerPoint-Präsentation</vt:lpstr>
      <vt:lpstr>PowerPoint-Präsentation</vt:lpstr>
      <vt:lpstr>How to render</vt:lpstr>
      <vt:lpstr>Typst tipps</vt:lpstr>
      <vt:lpstr>How to create your own poster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Eike Bergen</dc:creator>
  <cp:lastModifiedBy>Eike Bergen</cp:lastModifiedBy>
  <cp:revision>25</cp:revision>
  <dcterms:created xsi:type="dcterms:W3CDTF">2026-01-28T15:56:00Z</dcterms:created>
  <dcterms:modified xsi:type="dcterms:W3CDTF">2026-08-27T15:14:50Z</dcterms:modified>
</cp:coreProperties>
</file>