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07DDEC-8E48-CD02-3C2B-29EFD3A4FE4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3EA4FF0-1ECA-1EB5-96FE-97B88A952AB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9A25E12-B1D7-702F-6149-5A71F847B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6836BAF-A1DB-438A-64ED-B23334B56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BB0403B-58DC-5E97-B84B-CE96AA3B5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46304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E8576A-EE27-C954-9E53-FBD869A74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ACCA1F0-9232-EB47-EBAB-735BB25A7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226638-89F2-2835-5091-51A9F18A2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70BD2A-3715-8D62-4E04-B8DB48698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49DD7F9-2C73-6451-D6CA-E9A6B4204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988523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F7F321-DD5B-17EA-E130-B1C80122D5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F8E9C6-0A10-713F-7B27-B701B9D302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C91A10-4F20-3BD7-D3D3-641C7F372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7623000-3F82-C1ED-EF72-F0AA97511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0AE6938-4115-FBB9-353E-41FB1F151C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4099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59A041-4073-5348-58B5-A3F098481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6C3918-837E-9EF0-77B1-BAF393B7F96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85E7DE5-5FF7-CD6F-CF42-CC99A0FDF0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2C38792-F294-86C8-7D56-C4F50780B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D8080AD-A7C3-BCD1-A193-5BB62484B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C5874CA-5C48-34AC-3830-1D7D1F8E93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081385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30A159-B6E9-D58B-9F33-0A5377FBC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D11F457-45B7-1E35-4A60-86575142C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BBD25F6-9CD0-9102-EA7E-8530CB5155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02D5B4D-2EF9-26F5-2819-D71B465E5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BA00F9E-20FD-DB2D-9697-3F85E0A80E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64CF86B-F127-5C63-F2E7-882B2A4A5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0344010-61F2-2982-A3B2-0FCD2034E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0EF3D70-62BC-41E7-A5EE-53EC225FD0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125746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901D33-EEAC-B301-002E-694C8F1BF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D76920A-FA6F-E7DB-2DAC-0F4733735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D900B82-CC7E-13BE-BF8B-26D91C009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B6E432-A8C4-8FBE-984E-25C071DCB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0401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A651AC64-DE5D-0456-81C8-B0E84A1943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4C07093-6E23-EF7E-76EE-B446AD4775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0FB2D7F-91A3-D8BF-1C44-7F5607874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91345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638AAD-9D08-DD34-06FE-C9AB424DD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AD6506-1429-23A8-CB66-0AC11E6A0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827B88F-BFE9-4751-F6C2-BA2629A5CB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D1E0BC0-26BE-EBC1-1D44-507767825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25255B9-3755-302A-E203-0821BC511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AC27118-A571-062D-EF3A-AE20A2AB8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03427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FA6437-8596-52F4-E4C1-AC44910EC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81C0D52B-A63B-ED17-17D7-031CAFC95A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B753F95-5441-1E0E-FC11-5861BC3E9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A97AFE0-A3F1-8FB5-086E-2E95700E3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5AAAE73-213F-4868-E6F2-58D2ED37B4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DA7493C-902B-52C5-B162-C165E13E21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600490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CBC76F-CC87-CF5E-77CE-3ED8693CE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8DCA461-2130-D324-D3C1-1D6CFD72DF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ADFBAA6-B209-DBC9-7A86-2BF30FD0D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E8A2717-17B0-BA80-7D59-DE259521C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3E3AE5-7EC3-A550-97EC-898C758D9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5217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8B04376-B939-1961-B68A-B32B26C5F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3AC48EE5-18DC-9FB0-1BDA-992D6A759D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D558E7C-B889-E17C-5402-03610DD6D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27A05D9-7664-7E4F-84D8-47FADBE677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52A290-AEF4-5937-FB13-EE3FBF219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2984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EA429643-AD60-0E3C-E1D8-5C703B2F6F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BBA9412-ECA1-8B04-BA35-ABFFFD51BD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3E210C-9DF6-1347-A899-1FF2C2F2E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971AEA-5E0D-4C90-8C62-B63406D75F5C}" type="datetimeFigureOut">
              <a:rPr lang="de-DE" smtClean="0"/>
              <a:t>28.01.2026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59E5912-03DC-C95C-D606-92E2D392B3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A20D189-8BDC-997E-AB91-3CDAD4FBC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43DEE1C-13D4-4B36-AB3D-222EEAA7AA6E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591026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AC9DBE-1C4F-554D-9534-F2F9285551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Anleitung zur Poster Erstellung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00D23662-6D37-5DDE-F36A-005F15074A9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921789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795242-F10C-9B4B-0449-6985D916B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Schritte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679FC3-7846-A093-2CD0-D52EEC233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Typst in VS code installieren</a:t>
            </a:r>
          </a:p>
          <a:p>
            <a:r>
              <a:rPr lang="de-DE" dirty="0" err="1"/>
              <a:t>Git</a:t>
            </a:r>
            <a:r>
              <a:rPr lang="de-DE" dirty="0"/>
              <a:t> lokal </a:t>
            </a:r>
            <a:r>
              <a:rPr lang="de-DE" dirty="0" err="1"/>
              <a:t>clonen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906332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A9DAED-E27C-1C1F-793E-6AB3356A0A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 „</a:t>
            </a:r>
            <a:r>
              <a:rPr lang="de-DE" dirty="0" err="1"/>
              <a:t>poster</a:t>
            </a:r>
            <a:r>
              <a:rPr lang="de-DE" dirty="0"/>
              <a:t>-</a:t>
            </a:r>
            <a:r>
              <a:rPr lang="de-DE" dirty="0" err="1"/>
              <a:t>with</a:t>
            </a:r>
            <a:r>
              <a:rPr lang="de-DE" dirty="0"/>
              <a:t>-typst“ navigieren</a:t>
            </a:r>
          </a:p>
        </p:txBody>
      </p:sp>
      <p:pic>
        <p:nvPicPr>
          <p:cNvPr id="5" name="Grafik 4" descr="Ein Bild, das Text, Screenshot, Zahl, Schrift enthält.&#10;&#10;KI-generierte Inhalte können fehlerhaft sein.">
            <a:extLst>
              <a:ext uri="{FF2B5EF4-FFF2-40B4-BE49-F238E27FC236}">
                <a16:creationId xmlns:a16="http://schemas.microsoft.com/office/drawing/2014/main" id="{F6A1108F-0AA3-036C-38EA-BCA2F22586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2279" y="1844596"/>
            <a:ext cx="6190792" cy="4936449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E5D1D5FF-5AFD-6128-4EB8-9B29A760C46E}"/>
              </a:ext>
            </a:extLst>
          </p:cNvPr>
          <p:cNvCxnSpPr/>
          <p:nvPr/>
        </p:nvCxnSpPr>
        <p:spPr>
          <a:xfrm>
            <a:off x="1919335" y="3268301"/>
            <a:ext cx="688064" cy="0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7191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1">
            <a:extLst>
              <a:ext uri="{FF2B5EF4-FFF2-40B4-BE49-F238E27FC236}">
                <a16:creationId xmlns:a16="http://schemas.microsoft.com/office/drawing/2014/main" id="{28C9C218-B47B-F7B1-CAF8-45E20D793E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1673" y="-137239"/>
            <a:ext cx="4718041" cy="1325563"/>
          </a:xfrm>
        </p:spPr>
        <p:txBody>
          <a:bodyPr/>
          <a:lstStyle/>
          <a:p>
            <a:r>
              <a:rPr lang="de-DE" dirty="0"/>
              <a:t>Übersicht der </a:t>
            </a:r>
            <a:r>
              <a:rPr lang="de-DE" dirty="0" err="1"/>
              <a:t>files</a:t>
            </a:r>
            <a:endParaRPr lang="de-DE" dirty="0"/>
          </a:p>
        </p:txBody>
      </p:sp>
      <p:sp>
        <p:nvSpPr>
          <p:cNvPr id="7" name="Geschweifte Klammer rechts 6">
            <a:extLst>
              <a:ext uri="{FF2B5EF4-FFF2-40B4-BE49-F238E27FC236}">
                <a16:creationId xmlns:a16="http://schemas.microsoft.com/office/drawing/2014/main" id="{6F301889-E111-122D-5D74-68C29A2150D9}"/>
              </a:ext>
            </a:extLst>
          </p:cNvPr>
          <p:cNvSpPr/>
          <p:nvPr/>
        </p:nvSpPr>
        <p:spPr>
          <a:xfrm>
            <a:off x="2761308" y="224900"/>
            <a:ext cx="172016" cy="1124066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797228E5-AF59-B64D-0D0B-91DB8E9ACF52}"/>
              </a:ext>
            </a:extLst>
          </p:cNvPr>
          <p:cNvSpPr txBox="1"/>
          <p:nvPr/>
        </p:nvSpPr>
        <p:spPr>
          <a:xfrm>
            <a:off x="3078178" y="651849"/>
            <a:ext cx="5728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Ordner in denen die Bilder für das jeweilige Poster liegen</a:t>
            </a:r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45F2A431-9AC3-D7B4-5D6A-9BF6BA334DF5}"/>
              </a:ext>
            </a:extLst>
          </p:cNvPr>
          <p:cNvCxnSpPr>
            <a:cxnSpLocks/>
          </p:cNvCxnSpPr>
          <p:nvPr/>
        </p:nvCxnSpPr>
        <p:spPr>
          <a:xfrm flipH="1">
            <a:off x="2725094" y="1548142"/>
            <a:ext cx="54320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9F4CB3E5-AF61-61B4-DB9C-CB00E3AB8564}"/>
              </a:ext>
            </a:extLst>
          </p:cNvPr>
          <p:cNvSpPr txBox="1"/>
          <p:nvPr/>
        </p:nvSpPr>
        <p:spPr>
          <a:xfrm>
            <a:off x="3268301" y="1363476"/>
            <a:ext cx="7976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Ordner mit Bildern die von mehreren Postern gebraucht werden (MBD logo, etc.)</a:t>
            </a:r>
          </a:p>
        </p:txBody>
      </p:sp>
      <p:sp>
        <p:nvSpPr>
          <p:cNvPr id="13" name="Geschweifte Klammer rechts 12">
            <a:extLst>
              <a:ext uri="{FF2B5EF4-FFF2-40B4-BE49-F238E27FC236}">
                <a16:creationId xmlns:a16="http://schemas.microsoft.com/office/drawing/2014/main" id="{9728CBE9-2EE2-5680-7A78-60427F0F883B}"/>
              </a:ext>
            </a:extLst>
          </p:cNvPr>
          <p:cNvSpPr/>
          <p:nvPr/>
        </p:nvSpPr>
        <p:spPr>
          <a:xfrm>
            <a:off x="2774888" y="1747319"/>
            <a:ext cx="158436" cy="42551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BC2D574E-8D47-7A9E-5A7D-AFCCF547A126}"/>
              </a:ext>
            </a:extLst>
          </p:cNvPr>
          <p:cNvSpPr txBox="1"/>
          <p:nvPr/>
        </p:nvSpPr>
        <p:spPr>
          <a:xfrm>
            <a:off x="2996697" y="1775408"/>
            <a:ext cx="5371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Typst Bibliotheken deren Funktionen benutzt werden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D2CBB726-4DDF-A942-187C-4ADD6ED1C31F}"/>
              </a:ext>
            </a:extLst>
          </p:cNvPr>
          <p:cNvCxnSpPr>
            <a:cxnSpLocks/>
          </p:cNvCxnSpPr>
          <p:nvPr/>
        </p:nvCxnSpPr>
        <p:spPr>
          <a:xfrm flipH="1">
            <a:off x="2761308" y="2442927"/>
            <a:ext cx="54320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FE46291E-862E-7310-9FA5-AE24CA2532A5}"/>
              </a:ext>
            </a:extLst>
          </p:cNvPr>
          <p:cNvSpPr txBox="1"/>
          <p:nvPr/>
        </p:nvSpPr>
        <p:spPr>
          <a:xfrm>
            <a:off x="3304515" y="2258261"/>
            <a:ext cx="5286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Bib</a:t>
            </a:r>
            <a:r>
              <a:rPr lang="de-DE" dirty="0"/>
              <a:t> </a:t>
            </a:r>
            <a:r>
              <a:rPr lang="de-DE" dirty="0" err="1"/>
              <a:t>file</a:t>
            </a:r>
            <a:r>
              <a:rPr lang="de-DE" dirty="0"/>
              <a:t> in denen die Veröffentlichungen gelistet sind</a:t>
            </a:r>
          </a:p>
        </p:txBody>
      </p:sp>
      <p:pic>
        <p:nvPicPr>
          <p:cNvPr id="19" name="Grafik 18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BF2F0354-8764-DD23-F39A-83AFA119AD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498" y="129013"/>
            <a:ext cx="1832383" cy="6599974"/>
          </a:xfrm>
          <a:prstGeom prst="rect">
            <a:avLst/>
          </a:prstGeom>
        </p:spPr>
      </p:pic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83F65D0-2D1D-941B-83BB-6B7CB40FD489}"/>
              </a:ext>
            </a:extLst>
          </p:cNvPr>
          <p:cNvCxnSpPr>
            <a:cxnSpLocks/>
          </p:cNvCxnSpPr>
          <p:nvPr/>
        </p:nvCxnSpPr>
        <p:spPr>
          <a:xfrm flipH="1">
            <a:off x="2774888" y="2794504"/>
            <a:ext cx="543207" cy="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8C121EB0-A217-020B-A01E-7AE6C98B9BB3}"/>
              </a:ext>
            </a:extLst>
          </p:cNvPr>
          <p:cNvSpPr txBox="1"/>
          <p:nvPr/>
        </p:nvSpPr>
        <p:spPr>
          <a:xfrm>
            <a:off x="3318095" y="2609838"/>
            <a:ext cx="40974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Typst Bibliothek mit </a:t>
            </a:r>
            <a:r>
              <a:rPr lang="de-DE" dirty="0" err="1"/>
              <a:t>custom</a:t>
            </a:r>
            <a:r>
              <a:rPr lang="de-DE" dirty="0"/>
              <a:t> Funktionen</a:t>
            </a:r>
          </a:p>
        </p:txBody>
      </p:sp>
      <p:sp>
        <p:nvSpPr>
          <p:cNvPr id="23" name="Geschweifte Klammer rechts 22">
            <a:extLst>
              <a:ext uri="{FF2B5EF4-FFF2-40B4-BE49-F238E27FC236}">
                <a16:creationId xmlns:a16="http://schemas.microsoft.com/office/drawing/2014/main" id="{3400281F-EFB6-3507-1B47-D3584D5FCB40}"/>
              </a:ext>
            </a:extLst>
          </p:cNvPr>
          <p:cNvSpPr/>
          <p:nvPr/>
        </p:nvSpPr>
        <p:spPr>
          <a:xfrm>
            <a:off x="2820155" y="4253620"/>
            <a:ext cx="158436" cy="425510"/>
          </a:xfrm>
          <a:prstGeom prst="rightBrac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Textfeld 23">
            <a:extLst>
              <a:ext uri="{FF2B5EF4-FFF2-40B4-BE49-F238E27FC236}">
                <a16:creationId xmlns:a16="http://schemas.microsoft.com/office/drawing/2014/main" id="{5C6C2BB1-E8A7-2F16-B57A-B3EFCC90347D}"/>
              </a:ext>
            </a:extLst>
          </p:cNvPr>
          <p:cNvSpPr txBox="1"/>
          <p:nvPr/>
        </p:nvSpPr>
        <p:spPr>
          <a:xfrm>
            <a:off x="2978591" y="4253620"/>
            <a:ext cx="714336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Jeweils .typ und .</a:t>
            </a:r>
            <a:r>
              <a:rPr lang="de-DE" dirty="0" err="1"/>
              <a:t>pdf</a:t>
            </a:r>
            <a:r>
              <a:rPr lang="de-DE" dirty="0"/>
              <a:t> </a:t>
            </a:r>
            <a:r>
              <a:rPr lang="de-DE" dirty="0" err="1"/>
              <a:t>files</a:t>
            </a:r>
            <a:r>
              <a:rPr lang="de-DE" dirty="0"/>
              <a:t> mit gleichem Namen (</a:t>
            </a:r>
            <a:r>
              <a:rPr lang="de-DE" dirty="0" err="1"/>
              <a:t>pdf</a:t>
            </a:r>
            <a:r>
              <a:rPr lang="de-DE" dirty="0"/>
              <a:t> von typst generiert)</a:t>
            </a:r>
          </a:p>
          <a:p>
            <a:r>
              <a:rPr lang="de-DE" dirty="0"/>
              <a:t>Altes Format: </a:t>
            </a:r>
            <a:r>
              <a:rPr lang="de-DE" i="1" dirty="0" err="1"/>
              <a:t>poster</a:t>
            </a:r>
            <a:r>
              <a:rPr lang="de-DE" i="1" dirty="0"/>
              <a:t>-…</a:t>
            </a:r>
          </a:p>
          <a:p>
            <a:r>
              <a:rPr lang="de-DE" dirty="0"/>
              <a:t>Neues Format: </a:t>
            </a:r>
            <a:r>
              <a:rPr lang="de-DE" i="1" dirty="0"/>
              <a:t>poster-4-tiles-…</a:t>
            </a:r>
          </a:p>
        </p:txBody>
      </p:sp>
    </p:spTree>
    <p:extLst>
      <p:ext uri="{BB962C8B-B14F-4D97-AF65-F5344CB8AC3E}">
        <p14:creationId xmlns:p14="http://schemas.microsoft.com/office/powerpoint/2010/main" val="40306063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DDCD6B6-DABA-FB83-E98B-7F1538D40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How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render</a:t>
            </a:r>
            <a:endParaRPr lang="de-DE" dirty="0"/>
          </a:p>
        </p:txBody>
      </p:sp>
      <p:pic>
        <p:nvPicPr>
          <p:cNvPr id="5" name="Grafik 4" descr="Ein Bild, das Text, Screenshot, Software, Webseite enthält.&#10;&#10;KI-generierte Inhalte können fehlerhaft sein.">
            <a:extLst>
              <a:ext uri="{FF2B5EF4-FFF2-40B4-BE49-F238E27FC236}">
                <a16:creationId xmlns:a16="http://schemas.microsoft.com/office/drawing/2014/main" id="{35DD67B3-7472-37C9-932C-CF326C4799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972" y="1690688"/>
            <a:ext cx="11422055" cy="4650086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BF6DB16-D878-E593-3A92-67C03E62BE83}"/>
              </a:ext>
            </a:extLst>
          </p:cNvPr>
          <p:cNvCxnSpPr>
            <a:cxnSpLocks/>
          </p:cNvCxnSpPr>
          <p:nvPr/>
        </p:nvCxnSpPr>
        <p:spPr>
          <a:xfrm flipH="1">
            <a:off x="5368705" y="1312752"/>
            <a:ext cx="543208" cy="477524"/>
          </a:xfrm>
          <a:prstGeom prst="straightConnector1">
            <a:avLst/>
          </a:prstGeom>
          <a:ln w="571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4411C896-3989-0166-88DB-54D38CD6C476}"/>
              </a:ext>
            </a:extLst>
          </p:cNvPr>
          <p:cNvSpPr txBox="1"/>
          <p:nvPr/>
        </p:nvSpPr>
        <p:spPr>
          <a:xfrm>
            <a:off x="6039038" y="855389"/>
            <a:ext cx="518763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Dieser </a:t>
            </a:r>
            <a:r>
              <a:rPr lang="de-DE" dirty="0" err="1"/>
              <a:t>button</a:t>
            </a:r>
            <a:r>
              <a:rPr lang="de-DE" dirty="0"/>
              <a:t> erstellt ein PDF und öffnet ein Preview-Fenster in </a:t>
            </a:r>
            <a:r>
              <a:rPr lang="de-DE" dirty="0" err="1"/>
              <a:t>VSCode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00232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106</Words>
  <Application>Microsoft Office PowerPoint</Application>
  <PresentationFormat>Breitbild</PresentationFormat>
  <Paragraphs>16</Paragraphs>
  <Slides>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</vt:lpstr>
      <vt:lpstr>Anleitung zur Poster Erstellung</vt:lpstr>
      <vt:lpstr>Erste Schritte</vt:lpstr>
      <vt:lpstr>In „poster-with-typst“ navigieren</vt:lpstr>
      <vt:lpstr>Übersicht der files</vt:lpstr>
      <vt:lpstr>How to render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Eike Bergen</dc:creator>
  <cp:lastModifiedBy>Eike Bergen</cp:lastModifiedBy>
  <cp:revision>3</cp:revision>
  <dcterms:created xsi:type="dcterms:W3CDTF">2026-01-28T15:56:00Z</dcterms:created>
  <dcterms:modified xsi:type="dcterms:W3CDTF">2026-01-28T16:15:57Z</dcterms:modified>
</cp:coreProperties>
</file>